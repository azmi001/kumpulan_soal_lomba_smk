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9144000" cy="5143500" type="screen16x9"/>
  <p:notesSz cx="6858000" cy="9144000"/>
  <p:embeddedFontLst>
    <p:embeddedFont>
      <p:font typeface="Questrial"/>
      <p:regular r:id="rId8"/>
    </p:embeddedFont>
    <p:embeddedFont>
      <p:font typeface="Nunito"/>
      <p:regular r:id="rId9"/>
    </p:embeddedFon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C99"/>
    <a:srgbClr val="F6F5F5"/>
    <a:srgbClr val="99CCFF"/>
    <a:srgbClr val="FF9999"/>
    <a:srgbClr val="0291D8"/>
    <a:srgbClr val="02A1F0"/>
    <a:srgbClr val="ED0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0095FFB-741C-4657-AA02-887ED80AE3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9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6" name="Notes Placeholder 5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svg"/><Relationship Id="rId7" Type="http://schemas.openxmlformats.org/officeDocument/2006/relationships/image" Target="../media/image2.png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vmlDrawing" Target="../drawings/vmlDrawing1.vml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/>
          <p:cNvGraphicFramePr>
            <a:graphicFrameLocks noChangeAspect="1"/>
          </p:cNvGraphicFramePr>
          <p:nvPr userDrawn="1"/>
        </p:nvGraphicFramePr>
        <p:xfrm>
          <a:off x="0" y="-1"/>
          <a:ext cx="9144000" cy="5143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18288000" imgH="10287000" progId="">
                  <p:embed/>
                </p:oleObj>
              </mc:Choice>
              <mc:Fallback>
                <p:oleObj name="" r:id="rId5" imgW="18288000" imgH="10287000" progId="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9144000" cy="5143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581" y="74943"/>
            <a:ext cx="1960275" cy="3700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913862" y="180099"/>
            <a:ext cx="1143557" cy="2424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0"/>
          <a:srcRect/>
          <a:stretch>
            <a:fillRect/>
          </a:stretch>
        </p:blipFill>
        <p:spPr>
          <a:xfrm>
            <a:off x="2278365" y="4893675"/>
            <a:ext cx="4587269" cy="33811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Poppins" panose="00000500000000000000" pitchFamily="2" charset="0"/>
          <a:ea typeface="Poppins" panose="00000500000000000000" pitchFamily="2" charset="0"/>
          <a:cs typeface="Poppins" panose="00000500000000000000" pitchFamily="2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Poppins" panose="00000500000000000000" pitchFamily="2" charset="0"/>
          <a:ea typeface="Poppins" panose="00000500000000000000" pitchFamily="2" charset="0"/>
          <a:cs typeface="Poppins" panose="00000500000000000000" pitchFamily="2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4.xml"/><Relationship Id="rId10" Type="http://schemas.openxmlformats.org/officeDocument/2006/relationships/image" Target="../media/image12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/>
          <p:cNvSpPr/>
          <p:nvPr/>
        </p:nvSpPr>
        <p:spPr>
          <a:xfrm>
            <a:off x="5861050" y="4489450"/>
            <a:ext cx="1266190" cy="366395"/>
          </a:xfrm>
          <a:prstGeom prst="roundRect">
            <a:avLst>
              <a:gd name="adj" fmla="val 27298"/>
            </a:avLst>
          </a:prstGeom>
          <a:solidFill>
            <a:srgbClr val="FFFFFF">
              <a:alpha val="40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/>
          <p:cNvSpPr/>
          <p:nvPr/>
        </p:nvSpPr>
        <p:spPr>
          <a:xfrm>
            <a:off x="5861050" y="829945"/>
            <a:ext cx="3180715" cy="3596005"/>
          </a:xfrm>
          <a:prstGeom prst="roundRect">
            <a:avLst>
              <a:gd name="adj" fmla="val 2614"/>
            </a:avLst>
          </a:prstGeom>
          <a:solidFill>
            <a:srgbClr val="FFFFFF">
              <a:alpha val="40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Rounded Corners 19"/>
          <p:cNvSpPr/>
          <p:nvPr/>
        </p:nvSpPr>
        <p:spPr>
          <a:xfrm>
            <a:off x="196850" y="829945"/>
            <a:ext cx="5461635" cy="4023360"/>
          </a:xfrm>
          <a:prstGeom prst="roundRect">
            <a:avLst>
              <a:gd name="adj" fmla="val 2614"/>
            </a:avLst>
          </a:prstGeom>
          <a:solidFill>
            <a:srgbClr val="FFFFFF">
              <a:alpha val="40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720000" y="147362"/>
            <a:ext cx="7704000" cy="432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Ajang Talenta 2026</a:t>
            </a:r>
            <a:endParaRPr sz="2400" b="0" dirty="0"/>
          </a:p>
        </p:txBody>
      </p:sp>
      <p:cxnSp>
        <p:nvCxnSpPr>
          <p:cNvPr id="153" name="Google Shape;153;p29"/>
          <p:cNvCxnSpPr/>
          <p:nvPr/>
        </p:nvCxnSpPr>
        <p:spPr>
          <a:xfrm>
            <a:off x="3314700" y="580235"/>
            <a:ext cx="249936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7420" y="1169685"/>
          <a:ext cx="1281820" cy="40386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28182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SD/MI/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(2</a:t>
                      </a:r>
                      <a:r>
                        <a:rPr lang="en-US" alt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3</a:t>
                      </a:r>
                      <a:r>
                        <a:rPr lang="en-US" alt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Agt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9999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Matematika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IPA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IPS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7420" y="1609520"/>
          <a:ext cx="1472510" cy="40386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472510"/>
              </a:tblGrid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SMP/MTs/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(2</a:t>
                      </a:r>
                      <a:r>
                        <a:rPr lang="en-US" alt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30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Agt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99CCFF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Matematika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IPA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IPS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7419" y="2038731"/>
          <a:ext cx="1335194" cy="120205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335194"/>
              </a:tblGrid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SMA/MA/SMK/MAK/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(14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22 Sep)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Matematika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Fisika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Kimia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4. Biologi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Informatika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6. Ekonomi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7. Geografi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8.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Astromi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9. Kebumian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nn-NO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10.Kecerdasan Artifisial (KA/AI)*</a:t>
                      </a:r>
                      <a:endParaRPr lang="nn-NO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7419" y="3683994"/>
          <a:ext cx="1454851" cy="40386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454851"/>
              </a:tblGrid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SMP/MTs/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(24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30 Sep)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99CCFF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Ilmu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Pengetahuan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Alam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Ilmu Pengetahuan Sosial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Fisika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Terapan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dan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Rekayasa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7420" y="4118334"/>
          <a:ext cx="1281820" cy="58674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281820"/>
              </a:tblGrid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SMA/MA/SMK/MAK/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(24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30 Sep)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Ilmu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Sosial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Humaniora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Matematika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Sains dan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Teknologi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Fisika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Terapan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dan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Rekayasa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727450" y="1191895"/>
          <a:ext cx="1767840" cy="225679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76784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20.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Komputasi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Awan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21.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Teknologi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Kemanan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Siber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22. Kabel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Jaringan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Komputer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Informasi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23.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Farmasi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24. Teknologi Desain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fi-FI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25. Keperawatan Kesehatan dan Sosial</a:t>
                      </a:r>
                      <a:endParaRPr lang="fi-FI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26. Hairdressing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27. Beauty Therapy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28.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Landskap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dan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Pertamanan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29. Nautika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30. Fishery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31. Digital Marketing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32.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Pelayanan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Restoran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33. Hotel Resepsionis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34. Teknik Desain Laman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35. Teknologi Mode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36. 3D Game Art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37. Pembuatan Kabinet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8986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en-ID" sz="6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38. </a:t>
                      </a:r>
                      <a:r>
                        <a:rPr lang="nn-NO" sz="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+mn-ea"/>
                        </a:rPr>
                        <a:t>Kecerdasan Artifisial (KA/AI)</a:t>
                      </a:r>
                      <a:r>
                        <a:rPr lang="en-US" altLang="nn-NO" sz="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+mn-ea"/>
                        </a:rPr>
                        <a:t>: ekshibisi</a:t>
                      </a:r>
                      <a:endParaRPr lang="nn-NO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l" fontAlgn="b"/>
                      <a:endParaRPr lang="en-US" alt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nn-NO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27371" y="3580319"/>
          <a:ext cx="1865709" cy="120205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865709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SMA/MA/SMK/MAK/</a:t>
                      </a:r>
                      <a:r>
                        <a:rPr lang="en-ID" sz="600" b="1" u="none" strike="noStrike" dirty="0" err="1"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Sederajat</a:t>
                      </a:r>
                      <a:r>
                        <a:rPr lang="en-ID" sz="600" b="1" u="none" strike="noStrike" dirty="0"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(7 </a:t>
                      </a:r>
                      <a:r>
                        <a:rPr lang="en-ID" sz="600" b="1" u="none" strike="noStrike" dirty="0" err="1"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s.d.</a:t>
                      </a:r>
                      <a:r>
                        <a:rPr lang="en-ID" sz="600" b="1" u="none" strike="noStrike" dirty="0"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12 Sep)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 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Agribisnis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Agroteknologi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dan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Kemaritiman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  Fesyen</a:t>
                      </a:r>
                      <a:endParaRPr lang="en-ID" sz="600" b="1" u="none" strike="noStrike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l" fontAlgn="b"/>
                      <a:r>
                        <a:rPr lang="it-IT" sz="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+mn-ea"/>
                        </a:rPr>
                        <a:t>3.   Film, Animasi, dan Vide</a:t>
                      </a:r>
                      <a:r>
                        <a:rPr lang="en-US" altLang="it-IT" sz="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+mn-ea"/>
                        </a:rPr>
                        <a:t>o</a:t>
                      </a:r>
                      <a:endParaRPr lang="en-US" altLang="it-IT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+mn-ea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   Games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   Kesehatan, Kecantikan, dan Perawatan Diri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   Kriya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7.  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Kuliner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8.   Teknologi Digital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fi-FI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9.   Seni Rupa dan Desain</a:t>
                      </a:r>
                      <a:endParaRPr lang="fi-FI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10. Wirausaha Sosial</a:t>
                      </a:r>
                      <a:endParaRPr lang="en-ID" sz="6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11.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Wisata</a:t>
                      </a:r>
                      <a:r>
                        <a:rPr lang="en-ID" sz="600" b="1" u="none" strike="noStrike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dan </a:t>
                      </a:r>
                      <a:r>
                        <a:rPr lang="en-ID" sz="600" b="1" u="none" strike="noStrike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Budaya</a:t>
                      </a:r>
                      <a:endParaRPr lang="en-ID" sz="6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43562" y="1141394"/>
          <a:ext cx="1895813" cy="2255559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895813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SMA/MA/SMK/MAK/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(26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Juli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1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Agt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sv-SE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  Teknik Pemasangan Batu Bata</a:t>
                      </a:r>
                      <a:endParaRPr lang="sv-SE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  Teknik Instalasi Kelistrikan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3566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  Teknik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Pemasangan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Tegel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Keramik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 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Dinding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dan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Lantai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nn-NO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4.   Teknik Tata Udara dan Pendingin</a:t>
                      </a:r>
                      <a:endParaRPr lang="nn-NO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5.   Teknik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Perancangan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Permesinan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CAD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6.   Robot Manufacturing System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7.   Robotika Bergerak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8.   Mekatronika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9.   Elektronika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10. Sistim Kendali Industri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11. Teknik Perancangan Permesinan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12. Teknik Pengelasan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13. Teknik Perbaikan Body Mobile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14. Motorcycle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15. Teknologi Otomotif Mobil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16. Metrologi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17. Alat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Berat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18. Teknologi Informasi Piranti Lunak atau Bisnis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3566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19.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Teknologi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Informasi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Sistem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Administrasi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Jaringan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7259" marR="7259" marT="7259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51183" y="3645496"/>
          <a:ext cx="1593850" cy="100965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59385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SMPLB/SMALB/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(3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8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Agt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CC99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  Suvenir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  Kriya Kayu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  Membatik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4.   Pijat/ Akupresur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5.  Tata Boga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6.   Tata Busana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7.   Teknologi Informasi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8.   Merangkai Bunga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9.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Kecantikan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4292" y="1087647"/>
          <a:ext cx="1484443" cy="80772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484443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SD/MI/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</a:t>
                      </a:r>
                      <a:r>
                        <a:rPr lang="en-US" alt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28 Sep s.d. 3 Okt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99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9999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  Menyanyi Solo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  Gambar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Bercerita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  Kriya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4.   Seni Tari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Pentomim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Menulis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Cerita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7.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Mendongeng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69660" y="1960395"/>
          <a:ext cx="1493520" cy="90868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49352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SMP/MTs/</a:t>
                      </a:r>
                      <a:r>
                        <a:rPr lang="en-ID" sz="5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</a:t>
                      </a:r>
                      <a:r>
                        <a:rPr lang="en-US" alt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28 Sep s.d. 3 Okt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99CCFF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99CCFF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Menyanyi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Solo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Kreativitas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Musik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Tradisional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Ansambel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Campuran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4.   Ilustrasi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5.   Tari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Kreasi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6.   Pantomim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7.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Menulis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Cerita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8.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Mendongeng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169660" y="2950047"/>
          <a:ext cx="1399540" cy="100012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399540"/>
              </a:tblGrid>
              <a:tr h="192405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SMA/MA/SMK/MAK/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US" alt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        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(</a:t>
                      </a:r>
                      <a:r>
                        <a:rPr lang="en-US" alt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 s.d. 12 Okt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  Baca Puisi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  Cipta Lagu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Cipta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Puisi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4.   Desain Poster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5.   Film Pendek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6.   Fotografi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7.   Instrumen Solo Gitar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8.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Jurnalistik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28285" y="1226092"/>
          <a:ext cx="1193801" cy="40386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193801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SDLB/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CC99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Menyanyi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Solo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  Gambar Bercerita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Mewarnai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635905" y="1665558"/>
          <a:ext cx="1193801" cy="1413510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193801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SMPLB/SMALB/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CC99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CC99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  Menyanyi Solo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Cipta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Komik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Strip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3.   Desain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Grafis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4.   Melukis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5.   </a:t>
                      </a:r>
                      <a:r>
                        <a:rPr lang="es-ES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Cipta</a:t>
                      </a:r>
                      <a:r>
                        <a:rPr lang="es-ES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dan Baca </a:t>
                      </a:r>
                      <a:r>
                        <a:rPr lang="es-ES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Puisi</a:t>
                      </a:r>
                      <a:endParaRPr lang="es-ES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6.   MTQ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7.   Pencak Silat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8.   Fashion Show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9.   Story Telling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10.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Menari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11. Film Pendek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12.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Seni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Peran 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13.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Fotografi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646378" y="3041914"/>
          <a:ext cx="1318260" cy="90868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31826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9.  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Komik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Digital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10.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Kreativitas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Musik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Tradisional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11. Kriya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12. Menulis Cerita Pendek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13.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Menyanyi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Solo Putra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14. Menyanyi Solo Putri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15. Monolog</a:t>
                      </a:r>
                      <a:endParaRPr lang="en-ID" sz="600" b="1" i="0" u="none" strike="noStrike" cap="non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16. Tari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Kreasi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5" name="Rectangle: Rounded Corners 24"/>
          <p:cNvSpPr/>
          <p:nvPr/>
        </p:nvSpPr>
        <p:spPr>
          <a:xfrm>
            <a:off x="320773" y="654290"/>
            <a:ext cx="1581846" cy="241116"/>
          </a:xfrm>
          <a:prstGeom prst="roundRect">
            <a:avLst>
              <a:gd name="adj" fmla="val 25328"/>
            </a:avLst>
          </a:prstGeom>
          <a:solidFill>
            <a:srgbClr val="029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Riset</a:t>
            </a:r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Inovasi</a:t>
            </a:r>
            <a:endParaRPr lang="en-ID" sz="1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6169528" y="654290"/>
            <a:ext cx="1255982" cy="241116"/>
          </a:xfrm>
          <a:prstGeom prst="roundRect">
            <a:avLst>
              <a:gd name="adj" fmla="val 25328"/>
            </a:avLst>
          </a:prstGeom>
          <a:solidFill>
            <a:srgbClr val="ED0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Seni</a:t>
            </a:r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Budaya</a:t>
            </a:r>
            <a:endParaRPr lang="en-ID" sz="1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165" y="4042418"/>
            <a:ext cx="158177" cy="20597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8150" y="3380523"/>
            <a:ext cx="768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OPSI</a:t>
            </a:r>
            <a:r>
              <a:rPr lang="en-US" alt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ID" sz="1100" b="1" dirty="0">
                <a:latin typeface="Poppins" panose="00000500000000000000" pitchFamily="2" charset="0"/>
                <a:cs typeface="Poppins" panose="00000500000000000000" pitchFamily="2" charset="0"/>
                <a:sym typeface="+mn-ea"/>
              </a:rPr>
              <a:t>*</a:t>
            </a:r>
            <a:endParaRPr lang="en-US" altLang="en-ID" sz="1100" b="1" i="0" u="none" strike="noStrike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761" y="912862"/>
            <a:ext cx="223978" cy="27048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1517" y="3411003"/>
            <a:ext cx="243812" cy="28606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640" y="3402116"/>
            <a:ext cx="383292" cy="21842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7262" y="929965"/>
            <a:ext cx="484670" cy="20127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4107" y="3357193"/>
            <a:ext cx="368473" cy="2016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0255" y="930275"/>
            <a:ext cx="337820" cy="3270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8435" y="901700"/>
            <a:ext cx="7696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OSN</a:t>
            </a:r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 *</a:t>
            </a:r>
            <a:endParaRPr lang="en-US" altLang="en-ID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56390" y="901674"/>
            <a:ext cx="27505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LKS SMA/MA/SMK/MAK/</a:t>
            </a:r>
            <a:r>
              <a:rPr lang="en-ID" sz="1100" b="1" i="0" u="none" strike="noStrike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Sederajat</a:t>
            </a:r>
            <a:r>
              <a:rPr lang="en-US" altLang="en-ID" sz="1100" b="1" i="0" u="none" strike="noStrike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ID" sz="1100" b="1" dirty="0">
                <a:latin typeface="Poppins" panose="00000500000000000000" pitchFamily="2" charset="0"/>
                <a:cs typeface="Poppins" panose="00000500000000000000" pitchFamily="2" charset="0"/>
                <a:sym typeface="+mn-ea"/>
              </a:rPr>
              <a:t>*</a:t>
            </a:r>
            <a:endParaRPr lang="en-US" altLang="en-ID" sz="1100" b="1" i="0" u="none" strike="noStrike" dirty="0" err="1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64010" y="3383886"/>
            <a:ext cx="13831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LKS DIKSUS</a:t>
            </a:r>
            <a:endParaRPr lang="en-ID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58626" y="3365518"/>
            <a:ext cx="1895813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FIKSI</a:t>
            </a:r>
            <a:r>
              <a:rPr lang="en-US" altLang="en-ID" sz="10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ID" sz="1050" b="1" dirty="0">
                <a:latin typeface="Poppins" panose="00000500000000000000" pitchFamily="2" charset="0"/>
                <a:cs typeface="Poppins" panose="00000500000000000000" pitchFamily="2" charset="0"/>
                <a:sym typeface="+mn-ea"/>
              </a:rPr>
              <a:t>*</a:t>
            </a:r>
            <a:r>
              <a:rPr lang="en-ID" sz="105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0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96000" y="847090"/>
            <a:ext cx="138303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FLS3N</a:t>
            </a:r>
            <a:r>
              <a:rPr lang="en-US" alt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ID" sz="1100" b="1" dirty="0">
                <a:latin typeface="Poppins" panose="00000500000000000000" pitchFamily="2" charset="0"/>
                <a:cs typeface="Poppins" panose="00000500000000000000" pitchFamily="2" charset="0"/>
                <a:sym typeface="+mn-ea"/>
              </a:rPr>
              <a:t>*</a:t>
            </a:r>
            <a:endParaRPr lang="en-US" altLang="en-ID" sz="1100" b="1" i="0" u="none" strike="noStrike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95872" y="3965108"/>
            <a:ext cx="782921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LDI</a:t>
            </a:r>
            <a:r>
              <a:rPr lang="en-US" alt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ID" sz="1100" b="1" dirty="0">
                <a:latin typeface="Poppins" panose="00000500000000000000" pitchFamily="2" charset="0"/>
                <a:cs typeface="Poppins" panose="00000500000000000000" pitchFamily="2" charset="0"/>
                <a:sym typeface="+mn-ea"/>
              </a:rPr>
              <a:t>*</a:t>
            </a:r>
            <a:endParaRPr lang="en-US" altLang="en-ID" sz="1100" b="1" i="0" u="none" strike="noStrike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169526" y="4704297"/>
          <a:ext cx="1205505" cy="10096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205505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(15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18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Agt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928360" y="4480560"/>
            <a:ext cx="1205230" cy="325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</a:t>
            </a:r>
            <a:r>
              <a:rPr lang="en-US" alt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nkompetisi</a:t>
            </a:r>
            <a:endParaRPr lang="en-US" altLang="en-ID" sz="1100" b="1" i="0" u="none" strike="noStrike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7242810" y="4564380"/>
          <a:ext cx="1701800" cy="47942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701800"/>
              </a:tblGrid>
              <a:tr h="479425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Jadwal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bersifat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tentatif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  <a:p>
                      <a:pPr algn="l" fontAlgn="b"/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Bila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ada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perubahan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jadwal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pelaksanaan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ajang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talenta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akan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diumumkan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melalui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kanal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media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sosial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Puspresnas</a:t>
                      </a:r>
                      <a:r>
                        <a:rPr lang="en-ID" sz="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.</a:t>
                      </a:r>
                      <a:endParaRPr lang="en-ID" sz="600" b="0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  <a:p>
                      <a:pPr algn="l" fontAlgn="b"/>
                      <a:r>
                        <a:rPr lang="en-US" altLang="en-ID" sz="600" b="1" dirty="0"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+mn-ea"/>
                        </a:rPr>
                        <a:t>*  Dilaksanakan secara luring</a:t>
                      </a:r>
                      <a:endParaRPr lang="en-US" alt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+mn-ea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" name="TextBox 47"/>
          <p:cNvSpPr txBox="1"/>
          <p:nvPr/>
        </p:nvSpPr>
        <p:spPr>
          <a:xfrm>
            <a:off x="7528248" y="897890"/>
            <a:ext cx="1383030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FLS3N</a:t>
            </a:r>
            <a:r>
              <a:rPr lang="en-US" altLang="en-ID" sz="11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DIKSUS </a:t>
            </a:r>
            <a:r>
              <a:rPr lang="en-US" altLang="en-ID" sz="8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(13 s.d. 18 </a:t>
            </a:r>
            <a:r>
              <a:rPr lang="en-US" altLang="en-ID" sz="800" b="1" i="0" u="none" strike="noStrike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Juli</a:t>
            </a:r>
            <a:r>
              <a:rPr lang="en-US" altLang="en-ID" sz="8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  <a:endParaRPr lang="en-US" altLang="en-ID" sz="800" b="1" i="0" u="none" strike="noStrike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6169526" y="4178384"/>
          <a:ext cx="2717054" cy="302895"/>
        </p:xfrm>
        <a:graphic>
          <a:graphicData uri="http://schemas.openxmlformats.org/drawingml/2006/table">
            <a:tbl>
              <a:tblPr firstRow="1" bandRow="1">
                <a:tableStyleId>{50095FFB-741C-4657-AA02-887ED80AE3EE}</a:tableStyleId>
              </a:tblPr>
              <a:tblGrid>
                <a:gridCol w="1358527"/>
                <a:gridCol w="1358527"/>
              </a:tblGrid>
              <a:tr h="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SMA/MA/SMK/MAK/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Sederajat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(31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Agst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s.d.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6 Sep)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1.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Debat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Bahasa Indonesia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2.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Debat</a:t>
                      </a:r>
                      <a:r>
                        <a:rPr lang="en-ID" sz="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 Bahasa </a:t>
                      </a:r>
                      <a:r>
                        <a:rPr lang="en-ID" sz="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  <a:sym typeface="Arial" panose="020B0604020202020204"/>
                        </a:rPr>
                        <a:t>Inggris</a:t>
                      </a:r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fontAlgn="b"/>
                      <a:endParaRPr lang="en-ID" sz="600" b="1" i="0" u="none" strike="noStrike" cap="non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39*165"/>
  <p:tag name="TABLE_ENDDRAG_RECT" val="293*89*139*165"/>
</p:tagLst>
</file>

<file path=ppt/tags/tag2.xml><?xml version="1.0" encoding="utf-8"?>
<p:tagLst xmlns:p="http://schemas.openxmlformats.org/presentationml/2006/main">
  <p:tag name="TABLE_ENDDRAG_ORIGIN_RECT" val="110*68"/>
  <p:tag name="TABLE_ENDDRAG_RECT" val="485*233*110*68"/>
</p:tagLst>
</file>

<file path=ppt/tags/tag3.xml><?xml version="1.0" encoding="utf-8"?>
<p:tagLst xmlns:p="http://schemas.openxmlformats.org/presentationml/2006/main">
  <p:tag name="TABLE_ENDDRAG_ORIGIN_RECT" val="103*65"/>
  <p:tag name="TABLE_ENDDRAG_RECT" val="600*236*103*65"/>
</p:tagLst>
</file>

<file path=ppt/tags/tag4.xml><?xml version="1.0" encoding="utf-8"?>
<p:tagLst xmlns:p="http://schemas.openxmlformats.org/presentationml/2006/main">
  <p:tag name="TABLE_ENDDRAG_ORIGIN_RECT" val="134*37"/>
  <p:tag name="TABLE_ENDDRAG_RECT" val="570*352*134*37"/>
</p:tagLst>
</file>

<file path=ppt/theme/theme1.xml><?xml version="1.0" encoding="utf-8"?>
<a:theme xmlns:a="http://schemas.openxmlformats.org/drawingml/2006/main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3478</Words>
  <Application>WPS Presentation</Application>
  <PresentationFormat>On-screen Show (16:9)</PresentationFormat>
  <Paragraphs>319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Arial</vt:lpstr>
      <vt:lpstr>Questrial</vt:lpstr>
      <vt:lpstr>Nunito</vt:lpstr>
      <vt:lpstr>Poppins</vt:lpstr>
      <vt:lpstr>Livvic</vt:lpstr>
      <vt:lpstr>Segoe Print</vt:lpstr>
      <vt:lpstr>Darker Grotesque SemiBold</vt:lpstr>
      <vt:lpstr>Microsoft YaHei</vt:lpstr>
      <vt:lpstr>Arial Unicode MS</vt:lpstr>
      <vt:lpstr>Minimalist Slides for meeting by Slidesgo</vt:lpstr>
      <vt:lpstr>Ajang Talenta 2026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diapositivas minimalistas para reuniones</dc:title>
  <dc:creator>Nafiriz</dc:creator>
  <cp:lastModifiedBy>Purwati Yatmi</cp:lastModifiedBy>
  <cp:revision>30</cp:revision>
  <dcterms:created xsi:type="dcterms:W3CDTF">2026-02-03T15:58:00Z</dcterms:created>
  <dcterms:modified xsi:type="dcterms:W3CDTF">2026-02-05T09:52:54Z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6E25DBE903034D0D84E23F933ECF527C_13</vt:lpwstr>
  </property>
  <property fmtid="{D5CDD505-2E9C-101B-9397-08002B2CF9AE}" pid="3" name="KSOProductBuildVer">
    <vt:lpwstr>1033-12.2.0.23196</vt:lpwstr>
  </property>
</Properties>
</file>