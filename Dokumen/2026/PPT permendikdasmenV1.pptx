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Nunito"/>
      <p:regular r:id="rId18"/>
      <p:bold r:id="rId19"/>
      <p:italic r:id="rId20"/>
      <p:boldItalic r:id="rId21"/>
    </p:embeddedFont>
    <p:embeddedFont>
      <p:font typeface="Poppins"/>
      <p:regular r:id="rId22"/>
      <p:bold r:id="rId23"/>
      <p:italic r:id="rId24"/>
      <p:boldItalic r:id="rId25"/>
    </p:embeddedFont>
    <p:embeddedFont>
      <p:font typeface="Barlow"/>
      <p:bold r:id="rId26"/>
      <p:boldItalic r:id="rId27"/>
    </p:embeddedFont>
    <p:embeddedFont>
      <p:font typeface="Questrial"/>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YidgtJZuh1Qibu6xbVao/7JQf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22" Type="http://schemas.openxmlformats.org/officeDocument/2006/relationships/font" Target="fonts/Poppins-regular.fntdata"/><Relationship Id="rId21" Type="http://schemas.openxmlformats.org/officeDocument/2006/relationships/font" Target="fonts/Nunito-boldItalic.fntdata"/><Relationship Id="rId24" Type="http://schemas.openxmlformats.org/officeDocument/2006/relationships/font" Target="fonts/Poppins-italic.fntdata"/><Relationship Id="rId23" Type="http://schemas.openxmlformats.org/officeDocument/2006/relationships/font" Target="fonts/Poppi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Barlow-bold.fntdata"/><Relationship Id="rId25" Type="http://schemas.openxmlformats.org/officeDocument/2006/relationships/font" Target="fonts/Poppins-boldItalic.fntdata"/><Relationship Id="rId28" Type="http://schemas.openxmlformats.org/officeDocument/2006/relationships/font" Target="fonts/Questrial-regular.fntdata"/><Relationship Id="rId27" Type="http://schemas.openxmlformats.org/officeDocument/2006/relationships/font" Target="fonts/Barlow-bold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Nunito-bold.fntdata"/><Relationship Id="rId18" Type="http://schemas.openxmlformats.org/officeDocument/2006/relationships/font" Target="fonts/Nuni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c4d2f0601_3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bc4d2f0601_3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bc528712b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bc528712b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8"/>
          <p:cNvSpPr txBox="1"/>
          <p:nvPr>
            <p:ph type="ctrTitle"/>
          </p:nvPr>
        </p:nvSpPr>
        <p:spPr>
          <a:xfrm>
            <a:off x="4040075" y="1807225"/>
            <a:ext cx="4084500" cy="19236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rgbClr val="191919"/>
              </a:buClr>
              <a:buSzPts val="5200"/>
              <a:buNone/>
              <a:defRPr b="1" sz="4400">
                <a:latin typeface="Poppins"/>
                <a:ea typeface="Poppins"/>
                <a:cs typeface="Poppins"/>
                <a:sym typeface="Poppins"/>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3" name="Google Shape;13;p18"/>
          <p:cNvSpPr txBox="1"/>
          <p:nvPr>
            <p:ph idx="1" type="subTitle"/>
          </p:nvPr>
        </p:nvSpPr>
        <p:spPr>
          <a:xfrm>
            <a:off x="4040075" y="3900750"/>
            <a:ext cx="4553400" cy="56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800">
                <a:latin typeface="Poppins"/>
                <a:ea typeface="Poppins"/>
                <a:cs typeface="Poppins"/>
                <a:sym typeface="Poppi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
    <p:spTree>
      <p:nvGrpSpPr>
        <p:cNvPr id="14" name="Shape 14"/>
        <p:cNvGrpSpPr/>
        <p:nvPr/>
      </p:nvGrpSpPr>
      <p:grpSpPr>
        <a:xfrm>
          <a:off x="0" y="0"/>
          <a:ext cx="0" cy="0"/>
          <a:chOff x="0" y="0"/>
          <a:chExt cx="0" cy="0"/>
        </a:xfrm>
      </p:grpSpPr>
      <p:sp>
        <p:nvSpPr>
          <p:cNvPr id="15" name="Google Shape;15;p19"/>
          <p:cNvSpPr txBox="1"/>
          <p:nvPr>
            <p:ph type="title"/>
          </p:nvPr>
        </p:nvSpPr>
        <p:spPr>
          <a:xfrm>
            <a:off x="5571350" y="430343"/>
            <a:ext cx="30639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400">
                <a:latin typeface="Poppins"/>
                <a:ea typeface="Poppins"/>
                <a:cs typeface="Poppins"/>
                <a:sym typeface="Poppins"/>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6" name="Google Shape;16;p19"/>
          <p:cNvSpPr txBox="1"/>
          <p:nvPr>
            <p:ph idx="1" type="subTitle"/>
          </p:nvPr>
        </p:nvSpPr>
        <p:spPr>
          <a:xfrm>
            <a:off x="5571350" y="880826"/>
            <a:ext cx="25620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atin typeface="Poppins"/>
                <a:ea typeface="Poppins"/>
                <a:cs typeface="Poppins"/>
                <a:sym typeface="Poppi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19"/>
          <p:cNvSpPr txBox="1"/>
          <p:nvPr>
            <p:ph idx="2" type="title"/>
          </p:nvPr>
        </p:nvSpPr>
        <p:spPr>
          <a:xfrm>
            <a:off x="5571350" y="1505518"/>
            <a:ext cx="30861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400">
                <a:latin typeface="Poppins"/>
                <a:ea typeface="Poppins"/>
                <a:cs typeface="Poppins"/>
                <a:sym typeface="Poppins"/>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8" name="Google Shape;18;p19"/>
          <p:cNvSpPr txBox="1"/>
          <p:nvPr>
            <p:ph idx="3" type="subTitle"/>
          </p:nvPr>
        </p:nvSpPr>
        <p:spPr>
          <a:xfrm>
            <a:off x="5571350" y="1969884"/>
            <a:ext cx="25620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atin typeface="Poppins"/>
                <a:ea typeface="Poppins"/>
                <a:cs typeface="Poppins"/>
                <a:sym typeface="Poppi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 name="Google Shape;19;p19"/>
          <p:cNvSpPr txBox="1"/>
          <p:nvPr>
            <p:ph idx="4" type="title"/>
          </p:nvPr>
        </p:nvSpPr>
        <p:spPr>
          <a:xfrm>
            <a:off x="5571350" y="2580693"/>
            <a:ext cx="30639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400">
                <a:latin typeface="Poppins"/>
                <a:ea typeface="Poppins"/>
                <a:cs typeface="Poppins"/>
                <a:sym typeface="Poppins"/>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 name="Google Shape;20;p19"/>
          <p:cNvSpPr txBox="1"/>
          <p:nvPr>
            <p:ph idx="5" type="subTitle"/>
          </p:nvPr>
        </p:nvSpPr>
        <p:spPr>
          <a:xfrm>
            <a:off x="5571350" y="3058941"/>
            <a:ext cx="25620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atin typeface="Poppins"/>
                <a:ea typeface="Poppins"/>
                <a:cs typeface="Poppins"/>
                <a:sym typeface="Poppi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 name="Google Shape;21;p19"/>
          <p:cNvSpPr txBox="1"/>
          <p:nvPr>
            <p:ph idx="6" type="title"/>
          </p:nvPr>
        </p:nvSpPr>
        <p:spPr>
          <a:xfrm>
            <a:off x="5571350" y="3655868"/>
            <a:ext cx="30639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400">
                <a:latin typeface="Poppins"/>
                <a:ea typeface="Poppins"/>
                <a:cs typeface="Poppins"/>
                <a:sym typeface="Poppins"/>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2" name="Google Shape;22;p19"/>
          <p:cNvSpPr txBox="1"/>
          <p:nvPr>
            <p:ph idx="7" type="subTitle"/>
          </p:nvPr>
        </p:nvSpPr>
        <p:spPr>
          <a:xfrm>
            <a:off x="5571350" y="4147999"/>
            <a:ext cx="25620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atin typeface="Poppins"/>
                <a:ea typeface="Poppins"/>
                <a:cs typeface="Poppins"/>
                <a:sym typeface="Poppi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19"/>
          <p:cNvSpPr txBox="1"/>
          <p:nvPr>
            <p:ph idx="8" type="title"/>
          </p:nvPr>
        </p:nvSpPr>
        <p:spPr>
          <a:xfrm>
            <a:off x="720000" y="365913"/>
            <a:ext cx="19812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600">
                <a:latin typeface="Poppins"/>
                <a:ea typeface="Poppins"/>
                <a:cs typeface="Poppins"/>
                <a:sym typeface="Poppins"/>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4" name="Google Shape;24;p19"/>
          <p:cNvSpPr txBox="1"/>
          <p:nvPr>
            <p:ph idx="9" type="title"/>
          </p:nvPr>
        </p:nvSpPr>
        <p:spPr>
          <a:xfrm>
            <a:off x="4099525" y="373950"/>
            <a:ext cx="1326000" cy="102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b="1" sz="4400">
                <a:latin typeface="Poppins"/>
                <a:ea typeface="Poppins"/>
                <a:cs typeface="Poppins"/>
                <a:sym typeface="Poppins"/>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5" name="Google Shape;25;p19"/>
          <p:cNvSpPr txBox="1"/>
          <p:nvPr>
            <p:ph idx="13" type="title"/>
          </p:nvPr>
        </p:nvSpPr>
        <p:spPr>
          <a:xfrm>
            <a:off x="4099525" y="2557800"/>
            <a:ext cx="1326000" cy="102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b="1" sz="4400">
                <a:latin typeface="Poppins"/>
                <a:ea typeface="Poppins"/>
                <a:cs typeface="Poppins"/>
                <a:sym typeface="Poppins"/>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 name="Google Shape;26;p19"/>
          <p:cNvSpPr txBox="1"/>
          <p:nvPr>
            <p:ph idx="14" type="title"/>
          </p:nvPr>
        </p:nvSpPr>
        <p:spPr>
          <a:xfrm>
            <a:off x="4099525" y="1465875"/>
            <a:ext cx="1326000" cy="102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b="1" sz="4400">
                <a:latin typeface="Poppins"/>
                <a:ea typeface="Poppins"/>
                <a:cs typeface="Poppins"/>
                <a:sym typeface="Poppins"/>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7" name="Google Shape;27;p19"/>
          <p:cNvSpPr txBox="1"/>
          <p:nvPr>
            <p:ph idx="15" type="title"/>
          </p:nvPr>
        </p:nvSpPr>
        <p:spPr>
          <a:xfrm>
            <a:off x="4099525" y="3649725"/>
            <a:ext cx="1326000" cy="102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b="1" sz="4400">
                <a:latin typeface="Poppins"/>
                <a:ea typeface="Poppins"/>
                <a:cs typeface="Poppins"/>
                <a:sym typeface="Poppins"/>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0"/>
          <p:cNvSpPr txBox="1"/>
          <p:nvPr>
            <p:ph type="title"/>
          </p:nvPr>
        </p:nvSpPr>
        <p:spPr>
          <a:xfrm>
            <a:off x="720000" y="445025"/>
            <a:ext cx="6070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atin typeface="Poppins"/>
                <a:ea typeface="Poppins"/>
                <a:cs typeface="Poppins"/>
                <a:sym typeface="Poppins"/>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0" name="Shape 30"/>
        <p:cNvGrpSpPr/>
        <p:nvPr/>
      </p:nvGrpSpPr>
      <p:grpSpPr>
        <a:xfrm>
          <a:off x="0" y="0"/>
          <a:ext cx="0" cy="0"/>
          <a:chOff x="0" y="0"/>
          <a:chExt cx="0" cy="0"/>
        </a:xfrm>
      </p:grpSpPr>
      <p:sp>
        <p:nvSpPr>
          <p:cNvPr id="31" name="Google Shape;31;p21"/>
          <p:cNvSpPr txBox="1"/>
          <p:nvPr>
            <p:ph type="title"/>
          </p:nvPr>
        </p:nvSpPr>
        <p:spPr>
          <a:xfrm>
            <a:off x="710749" y="3380025"/>
            <a:ext cx="2210067"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1800">
                <a:latin typeface="Poppins"/>
                <a:ea typeface="Poppins"/>
                <a:cs typeface="Poppins"/>
                <a:sym typeface="Poppins"/>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2" name="Google Shape;32;p21"/>
          <p:cNvSpPr txBox="1"/>
          <p:nvPr>
            <p:ph idx="1" type="subTitle"/>
          </p:nvPr>
        </p:nvSpPr>
        <p:spPr>
          <a:xfrm>
            <a:off x="710750" y="3785547"/>
            <a:ext cx="3465900" cy="776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atin typeface="Poppins"/>
                <a:ea typeface="Poppins"/>
                <a:cs typeface="Poppins"/>
                <a:sym typeface="Poppi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 name="Google Shape;33;p21"/>
          <p:cNvSpPr txBox="1"/>
          <p:nvPr>
            <p:ph idx="2" type="title"/>
          </p:nvPr>
        </p:nvSpPr>
        <p:spPr>
          <a:xfrm>
            <a:off x="710749" y="1223125"/>
            <a:ext cx="2210067"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1800">
                <a:latin typeface="Poppins"/>
                <a:ea typeface="Poppins"/>
                <a:cs typeface="Poppins"/>
                <a:sym typeface="Poppins"/>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4" name="Google Shape;34;p21"/>
          <p:cNvSpPr txBox="1"/>
          <p:nvPr>
            <p:ph idx="3" type="subTitle"/>
          </p:nvPr>
        </p:nvSpPr>
        <p:spPr>
          <a:xfrm>
            <a:off x="710750" y="1627900"/>
            <a:ext cx="3465900" cy="776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atin typeface="Poppins"/>
                <a:ea typeface="Poppins"/>
                <a:cs typeface="Poppins"/>
                <a:sym typeface="Poppi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21"/>
          <p:cNvSpPr txBox="1"/>
          <p:nvPr>
            <p:ph idx="4" type="title"/>
          </p:nvPr>
        </p:nvSpPr>
        <p:spPr>
          <a:xfrm>
            <a:off x="710749" y="2301213"/>
            <a:ext cx="2210067"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1800">
                <a:latin typeface="Poppins"/>
                <a:ea typeface="Poppins"/>
                <a:cs typeface="Poppins"/>
                <a:sym typeface="Poppins"/>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6" name="Google Shape;36;p21"/>
          <p:cNvSpPr txBox="1"/>
          <p:nvPr>
            <p:ph idx="5" type="subTitle"/>
          </p:nvPr>
        </p:nvSpPr>
        <p:spPr>
          <a:xfrm>
            <a:off x="710750" y="2706729"/>
            <a:ext cx="3465900" cy="776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atin typeface="Poppins"/>
                <a:ea typeface="Poppins"/>
                <a:cs typeface="Poppins"/>
                <a:sym typeface="Poppi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 name="Google Shape;37;p21"/>
          <p:cNvSpPr txBox="1"/>
          <p:nvPr>
            <p:ph idx="6" type="title"/>
          </p:nvPr>
        </p:nvSpPr>
        <p:spPr>
          <a:xfrm>
            <a:off x="710750" y="387250"/>
            <a:ext cx="4724700" cy="776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b="1" sz="3600">
                <a:latin typeface="Poppins"/>
                <a:ea typeface="Poppins"/>
                <a:cs typeface="Poppins"/>
                <a:sym typeface="Poppins"/>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8" name="Shape 38"/>
        <p:cNvGrpSpPr/>
        <p:nvPr/>
      </p:nvGrpSpPr>
      <p:grpSpPr>
        <a:xfrm>
          <a:off x="0" y="0"/>
          <a:ext cx="0" cy="0"/>
          <a:chOff x="0" y="0"/>
          <a:chExt cx="0" cy="0"/>
        </a:xfrm>
      </p:grpSpPr>
      <p:sp>
        <p:nvSpPr>
          <p:cNvPr id="39" name="Google Shape;39;p22"/>
          <p:cNvSpPr txBox="1"/>
          <p:nvPr>
            <p:ph type="title"/>
          </p:nvPr>
        </p:nvSpPr>
        <p:spPr>
          <a:xfrm>
            <a:off x="772650" y="1565975"/>
            <a:ext cx="24435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000">
                <a:latin typeface="Poppins"/>
                <a:ea typeface="Poppins"/>
                <a:cs typeface="Poppins"/>
                <a:sym typeface="Poppins"/>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0" name="Google Shape;40;p22"/>
          <p:cNvSpPr txBox="1"/>
          <p:nvPr>
            <p:ph idx="1" type="subTitle"/>
          </p:nvPr>
        </p:nvSpPr>
        <p:spPr>
          <a:xfrm>
            <a:off x="772650" y="1979273"/>
            <a:ext cx="24435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atin typeface="Poppins"/>
                <a:ea typeface="Poppins"/>
                <a:cs typeface="Poppins"/>
                <a:sym typeface="Poppi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 name="Google Shape;41;p22"/>
          <p:cNvSpPr txBox="1"/>
          <p:nvPr>
            <p:ph idx="2" type="title"/>
          </p:nvPr>
        </p:nvSpPr>
        <p:spPr>
          <a:xfrm>
            <a:off x="3291776" y="1565975"/>
            <a:ext cx="24435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000">
                <a:latin typeface="Poppins"/>
                <a:ea typeface="Poppins"/>
                <a:cs typeface="Poppins"/>
                <a:sym typeface="Poppins"/>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2" name="Google Shape;42;p22"/>
          <p:cNvSpPr txBox="1"/>
          <p:nvPr>
            <p:ph idx="3" type="subTitle"/>
          </p:nvPr>
        </p:nvSpPr>
        <p:spPr>
          <a:xfrm>
            <a:off x="3291777" y="1979273"/>
            <a:ext cx="24435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atin typeface="Poppins"/>
                <a:ea typeface="Poppins"/>
                <a:cs typeface="Poppins"/>
                <a:sym typeface="Poppi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 name="Google Shape;43;p22"/>
          <p:cNvSpPr txBox="1"/>
          <p:nvPr>
            <p:ph idx="4" type="title"/>
          </p:nvPr>
        </p:nvSpPr>
        <p:spPr>
          <a:xfrm>
            <a:off x="772650" y="3083619"/>
            <a:ext cx="24435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000">
                <a:latin typeface="Poppins"/>
                <a:ea typeface="Poppins"/>
                <a:cs typeface="Poppins"/>
                <a:sym typeface="Poppins"/>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4" name="Google Shape;44;p22"/>
          <p:cNvSpPr txBox="1"/>
          <p:nvPr>
            <p:ph idx="5" type="subTitle"/>
          </p:nvPr>
        </p:nvSpPr>
        <p:spPr>
          <a:xfrm>
            <a:off x="772650" y="3496926"/>
            <a:ext cx="24435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atin typeface="Poppins"/>
                <a:ea typeface="Poppins"/>
                <a:cs typeface="Poppins"/>
                <a:sym typeface="Poppi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 name="Google Shape;45;p22"/>
          <p:cNvSpPr txBox="1"/>
          <p:nvPr>
            <p:ph idx="6" type="title"/>
          </p:nvPr>
        </p:nvSpPr>
        <p:spPr>
          <a:xfrm>
            <a:off x="3300396" y="3083619"/>
            <a:ext cx="24264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000">
                <a:latin typeface="Poppins"/>
                <a:ea typeface="Poppins"/>
                <a:cs typeface="Poppins"/>
                <a:sym typeface="Poppins"/>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 name="Google Shape;46;p22"/>
          <p:cNvSpPr txBox="1"/>
          <p:nvPr>
            <p:ph idx="7" type="subTitle"/>
          </p:nvPr>
        </p:nvSpPr>
        <p:spPr>
          <a:xfrm>
            <a:off x="3291777" y="3496926"/>
            <a:ext cx="24435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atin typeface="Poppins"/>
                <a:ea typeface="Poppins"/>
                <a:cs typeface="Poppins"/>
                <a:sym typeface="Poppi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 name="Google Shape;47;p22"/>
          <p:cNvSpPr txBox="1"/>
          <p:nvPr>
            <p:ph idx="8"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b="1">
                <a:latin typeface="Poppins"/>
                <a:ea typeface="Poppins"/>
                <a:cs typeface="Poppins"/>
                <a:sym typeface="Poppins"/>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48" name="Shape 48"/>
        <p:cNvGrpSpPr/>
        <p:nvPr/>
      </p:nvGrpSpPr>
      <p:grpSpPr>
        <a:xfrm>
          <a:off x="0" y="0"/>
          <a:ext cx="0" cy="0"/>
          <a:chOff x="0" y="0"/>
          <a:chExt cx="0" cy="0"/>
        </a:xfrm>
      </p:grpSpPr>
      <p:sp>
        <p:nvSpPr>
          <p:cNvPr id="49" name="Google Shape;49;p23"/>
          <p:cNvSpPr txBox="1"/>
          <p:nvPr>
            <p:ph type="ctrTitle"/>
          </p:nvPr>
        </p:nvSpPr>
        <p:spPr>
          <a:xfrm>
            <a:off x="1976089" y="499475"/>
            <a:ext cx="5214071" cy="99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200"/>
              <a:buNone/>
              <a:defRPr sz="4400">
                <a:latin typeface="Poppins"/>
                <a:ea typeface="Poppins"/>
                <a:cs typeface="Poppins"/>
                <a:sym typeface="Poppi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0" name="Google Shape;50;p23"/>
          <p:cNvSpPr txBox="1"/>
          <p:nvPr>
            <p:ph idx="1" type="subTitle"/>
          </p:nvPr>
        </p:nvSpPr>
        <p:spPr>
          <a:xfrm>
            <a:off x="3265350" y="1502417"/>
            <a:ext cx="2613300" cy="1284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atin typeface="Poppins"/>
                <a:ea typeface="Poppins"/>
                <a:cs typeface="Poppins"/>
                <a:sym typeface="Poppi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1" name="Google Shape;51;p23"/>
          <p:cNvSpPr txBox="1"/>
          <p:nvPr>
            <p:ph idx="2" type="subTitle"/>
          </p:nvPr>
        </p:nvSpPr>
        <p:spPr>
          <a:xfrm>
            <a:off x="2425000" y="4124521"/>
            <a:ext cx="4293900" cy="456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200">
                <a:solidFill>
                  <a:srgbClr val="434343"/>
                </a:solidFill>
                <a:latin typeface="Poppins"/>
                <a:ea typeface="Poppins"/>
                <a:cs typeface="Poppins"/>
                <a:sym typeface="Poppi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53" name="Shape 5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theme" Target="../theme/theme2.xml"/><Relationship Id="rId12" Type="http://schemas.openxmlformats.org/officeDocument/2006/relationships/slideLayout" Target="../slideLayouts/slideLayout9.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Questrial"/>
              <a:buNone/>
              <a:defRPr b="0" i="0" sz="3000" u="none" cap="none" strike="noStrike">
                <a:solidFill>
                  <a:schemeClr val="dk1"/>
                </a:solidFill>
                <a:latin typeface="Questrial"/>
                <a:ea typeface="Questrial"/>
                <a:cs typeface="Questrial"/>
                <a:sym typeface="Questrial"/>
              </a:defRPr>
            </a:lvl1pPr>
            <a:lvl2pPr lvl="1" marR="0" rtl="0" algn="l">
              <a:lnSpc>
                <a:spcPct val="100000"/>
              </a:lnSpc>
              <a:spcBef>
                <a:spcPts val="0"/>
              </a:spcBef>
              <a:spcAft>
                <a:spcPts val="0"/>
              </a:spcAft>
              <a:buClr>
                <a:schemeClr val="dk1"/>
              </a:buClr>
              <a:buSzPts val="3000"/>
              <a:buFont typeface="Questrial"/>
              <a:buNone/>
              <a:defRPr b="0" i="0" sz="3000" u="none" cap="none" strike="noStrike">
                <a:solidFill>
                  <a:schemeClr val="dk1"/>
                </a:solidFill>
                <a:latin typeface="Questrial"/>
                <a:ea typeface="Questrial"/>
                <a:cs typeface="Questrial"/>
                <a:sym typeface="Questrial"/>
              </a:defRPr>
            </a:lvl2pPr>
            <a:lvl3pPr lvl="2" marR="0" rtl="0" algn="l">
              <a:lnSpc>
                <a:spcPct val="100000"/>
              </a:lnSpc>
              <a:spcBef>
                <a:spcPts val="0"/>
              </a:spcBef>
              <a:spcAft>
                <a:spcPts val="0"/>
              </a:spcAft>
              <a:buClr>
                <a:schemeClr val="dk1"/>
              </a:buClr>
              <a:buSzPts val="3000"/>
              <a:buFont typeface="Questrial"/>
              <a:buNone/>
              <a:defRPr b="0" i="0" sz="3000" u="none" cap="none" strike="noStrike">
                <a:solidFill>
                  <a:schemeClr val="dk1"/>
                </a:solidFill>
                <a:latin typeface="Questrial"/>
                <a:ea typeface="Questrial"/>
                <a:cs typeface="Questrial"/>
                <a:sym typeface="Questrial"/>
              </a:defRPr>
            </a:lvl3pPr>
            <a:lvl4pPr lvl="3" marR="0" rtl="0" algn="l">
              <a:lnSpc>
                <a:spcPct val="100000"/>
              </a:lnSpc>
              <a:spcBef>
                <a:spcPts val="0"/>
              </a:spcBef>
              <a:spcAft>
                <a:spcPts val="0"/>
              </a:spcAft>
              <a:buClr>
                <a:schemeClr val="dk1"/>
              </a:buClr>
              <a:buSzPts val="3000"/>
              <a:buFont typeface="Questrial"/>
              <a:buNone/>
              <a:defRPr b="0" i="0" sz="3000" u="none" cap="none" strike="noStrike">
                <a:solidFill>
                  <a:schemeClr val="dk1"/>
                </a:solidFill>
                <a:latin typeface="Questrial"/>
                <a:ea typeface="Questrial"/>
                <a:cs typeface="Questrial"/>
                <a:sym typeface="Questrial"/>
              </a:defRPr>
            </a:lvl4pPr>
            <a:lvl5pPr lvl="4" marR="0" rtl="0" algn="l">
              <a:lnSpc>
                <a:spcPct val="100000"/>
              </a:lnSpc>
              <a:spcBef>
                <a:spcPts val="0"/>
              </a:spcBef>
              <a:spcAft>
                <a:spcPts val="0"/>
              </a:spcAft>
              <a:buClr>
                <a:schemeClr val="dk1"/>
              </a:buClr>
              <a:buSzPts val="3000"/>
              <a:buFont typeface="Questrial"/>
              <a:buNone/>
              <a:defRPr b="0" i="0" sz="3000" u="none" cap="none" strike="noStrike">
                <a:solidFill>
                  <a:schemeClr val="dk1"/>
                </a:solidFill>
                <a:latin typeface="Questrial"/>
                <a:ea typeface="Questrial"/>
                <a:cs typeface="Questrial"/>
                <a:sym typeface="Questrial"/>
              </a:defRPr>
            </a:lvl5pPr>
            <a:lvl6pPr lvl="5" marR="0" rtl="0" algn="l">
              <a:lnSpc>
                <a:spcPct val="100000"/>
              </a:lnSpc>
              <a:spcBef>
                <a:spcPts val="0"/>
              </a:spcBef>
              <a:spcAft>
                <a:spcPts val="0"/>
              </a:spcAft>
              <a:buClr>
                <a:schemeClr val="dk1"/>
              </a:buClr>
              <a:buSzPts val="3000"/>
              <a:buFont typeface="Questrial"/>
              <a:buNone/>
              <a:defRPr b="0" i="0" sz="3000" u="none" cap="none" strike="noStrike">
                <a:solidFill>
                  <a:schemeClr val="dk1"/>
                </a:solidFill>
                <a:latin typeface="Questrial"/>
                <a:ea typeface="Questrial"/>
                <a:cs typeface="Questrial"/>
                <a:sym typeface="Questrial"/>
              </a:defRPr>
            </a:lvl6pPr>
            <a:lvl7pPr lvl="6" marR="0" rtl="0" algn="l">
              <a:lnSpc>
                <a:spcPct val="100000"/>
              </a:lnSpc>
              <a:spcBef>
                <a:spcPts val="0"/>
              </a:spcBef>
              <a:spcAft>
                <a:spcPts val="0"/>
              </a:spcAft>
              <a:buClr>
                <a:schemeClr val="dk1"/>
              </a:buClr>
              <a:buSzPts val="3000"/>
              <a:buFont typeface="Questrial"/>
              <a:buNone/>
              <a:defRPr b="0" i="0" sz="3000" u="none" cap="none" strike="noStrike">
                <a:solidFill>
                  <a:schemeClr val="dk1"/>
                </a:solidFill>
                <a:latin typeface="Questrial"/>
                <a:ea typeface="Questrial"/>
                <a:cs typeface="Questrial"/>
                <a:sym typeface="Questrial"/>
              </a:defRPr>
            </a:lvl7pPr>
            <a:lvl8pPr lvl="7" marR="0" rtl="0" algn="l">
              <a:lnSpc>
                <a:spcPct val="100000"/>
              </a:lnSpc>
              <a:spcBef>
                <a:spcPts val="0"/>
              </a:spcBef>
              <a:spcAft>
                <a:spcPts val="0"/>
              </a:spcAft>
              <a:buClr>
                <a:schemeClr val="dk1"/>
              </a:buClr>
              <a:buSzPts val="3000"/>
              <a:buFont typeface="Questrial"/>
              <a:buNone/>
              <a:defRPr b="0" i="0" sz="3000" u="none" cap="none" strike="noStrike">
                <a:solidFill>
                  <a:schemeClr val="dk1"/>
                </a:solidFill>
                <a:latin typeface="Questrial"/>
                <a:ea typeface="Questrial"/>
                <a:cs typeface="Questrial"/>
                <a:sym typeface="Questrial"/>
              </a:defRPr>
            </a:lvl8pPr>
            <a:lvl9pPr lvl="8" marR="0" rtl="0" algn="l">
              <a:lnSpc>
                <a:spcPct val="100000"/>
              </a:lnSpc>
              <a:spcBef>
                <a:spcPts val="0"/>
              </a:spcBef>
              <a:spcAft>
                <a:spcPts val="0"/>
              </a:spcAft>
              <a:buClr>
                <a:schemeClr val="dk1"/>
              </a:buClr>
              <a:buSzPts val="3000"/>
              <a:buFont typeface="Questrial"/>
              <a:buNone/>
              <a:defRPr b="0" i="0" sz="3000" u="none" cap="none" strike="noStrike">
                <a:solidFill>
                  <a:schemeClr val="dk1"/>
                </a:solidFill>
                <a:latin typeface="Questrial"/>
                <a:ea typeface="Questrial"/>
                <a:cs typeface="Questrial"/>
                <a:sym typeface="Questrial"/>
              </a:defRPr>
            </a:lvl9pPr>
          </a:lstStyle>
          <a:p/>
        </p:txBody>
      </p:sp>
      <p:sp>
        <p:nvSpPr>
          <p:cNvPr id="7" name="Google Shape;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1pPr>
            <a:lvl2pPr indent="-317500" lvl="1" marL="914400" marR="0" rtl="0" algn="l">
              <a:lnSpc>
                <a:spcPct val="115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2pPr>
            <a:lvl3pPr indent="-317500" lvl="2" marL="1371600" marR="0" rtl="0" algn="l">
              <a:lnSpc>
                <a:spcPct val="115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3pPr>
            <a:lvl4pPr indent="-317500" lvl="3" marL="1828800" marR="0" rtl="0" algn="l">
              <a:lnSpc>
                <a:spcPct val="115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4pPr>
            <a:lvl5pPr indent="-317500" lvl="4" marL="2286000" marR="0" rtl="0" algn="l">
              <a:lnSpc>
                <a:spcPct val="115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5pPr>
            <a:lvl6pPr indent="-317500" lvl="5" marL="2743200" marR="0" rtl="0" algn="l">
              <a:lnSpc>
                <a:spcPct val="115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6pPr>
            <a:lvl7pPr indent="-317500" lvl="6" marL="3200400" marR="0" rtl="0" algn="l">
              <a:lnSpc>
                <a:spcPct val="115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7pPr>
            <a:lvl8pPr indent="-317500" lvl="7" marL="3657600" marR="0" rtl="0" algn="l">
              <a:lnSpc>
                <a:spcPct val="115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8pPr>
            <a:lvl9pPr indent="-317500" lvl="8" marL="4114800" marR="0" rtl="0" algn="l">
              <a:lnSpc>
                <a:spcPct val="115000"/>
              </a:lnSpc>
              <a:spcBef>
                <a:spcPts val="1600"/>
              </a:spcBef>
              <a:spcAft>
                <a:spcPts val="1600"/>
              </a:spcAft>
              <a:buClr>
                <a:schemeClr val="dk1"/>
              </a:buClr>
              <a:buSzPts val="1400"/>
              <a:buFont typeface="Nunito"/>
              <a:buChar char="■"/>
              <a:defRPr b="0" i="0" sz="1400" u="none" cap="none" strike="noStrike">
                <a:solidFill>
                  <a:schemeClr val="dk1"/>
                </a:solidFill>
                <a:latin typeface="Nunito"/>
                <a:ea typeface="Nunito"/>
                <a:cs typeface="Nunito"/>
                <a:sym typeface="Nunito"/>
              </a:defRPr>
            </a:lvl9pPr>
          </a:lstStyle>
          <a:p/>
        </p:txBody>
      </p:sp>
      <p:pic>
        <p:nvPicPr>
          <p:cNvPr id="8" name="Google Shape;8;p17"/>
          <p:cNvPicPr preferRelativeResize="0"/>
          <p:nvPr/>
        </p:nvPicPr>
        <p:blipFill rotWithShape="1">
          <a:blip r:embed="rId1">
            <a:alphaModFix/>
          </a:blip>
          <a:srcRect b="0" l="0" r="0" t="0"/>
          <a:stretch/>
        </p:blipFill>
        <p:spPr>
          <a:xfrm>
            <a:off x="86581" y="74943"/>
            <a:ext cx="1960275" cy="370082"/>
          </a:xfrm>
          <a:prstGeom prst="rect">
            <a:avLst/>
          </a:prstGeom>
          <a:noFill/>
          <a:ln>
            <a:noFill/>
          </a:ln>
        </p:spPr>
      </p:pic>
      <p:pic>
        <p:nvPicPr>
          <p:cNvPr id="9" name="Google Shape;9;p17"/>
          <p:cNvPicPr preferRelativeResize="0"/>
          <p:nvPr/>
        </p:nvPicPr>
        <p:blipFill rotWithShape="1">
          <a:blip r:embed="rId2">
            <a:alphaModFix/>
          </a:blip>
          <a:srcRect b="0" l="0" r="0" t="0"/>
          <a:stretch/>
        </p:blipFill>
        <p:spPr>
          <a:xfrm>
            <a:off x="7913862" y="180099"/>
            <a:ext cx="1143557" cy="242404"/>
          </a:xfrm>
          <a:prstGeom prst="rect">
            <a:avLst/>
          </a:prstGeom>
          <a:noFill/>
          <a:ln>
            <a:noFill/>
          </a:ln>
        </p:spPr>
      </p:pic>
      <p:pic>
        <p:nvPicPr>
          <p:cNvPr id="10" name="Google Shape;10;p17"/>
          <p:cNvPicPr preferRelativeResize="0"/>
          <p:nvPr/>
        </p:nvPicPr>
        <p:blipFill rotWithShape="1">
          <a:blip r:embed="rId3">
            <a:alphaModFix/>
          </a:blip>
          <a:srcRect b="0" l="0" r="0" t="0"/>
          <a:stretch/>
        </p:blipFill>
        <p:spPr>
          <a:xfrm>
            <a:off x="2278365" y="4893675"/>
            <a:ext cx="4587269" cy="33811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type="ctrTitle"/>
          </p:nvPr>
        </p:nvSpPr>
        <p:spPr>
          <a:xfrm>
            <a:off x="284475" y="747225"/>
            <a:ext cx="7653000" cy="650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191919"/>
              </a:buClr>
              <a:buSzPts val="5200"/>
              <a:buNone/>
            </a:pPr>
            <a:r>
              <a:rPr lang="en-ID" sz="3200"/>
              <a:t>Manajemen Talenta Murid</a:t>
            </a:r>
            <a:endParaRPr sz="3200"/>
          </a:p>
        </p:txBody>
      </p:sp>
      <p:pic>
        <p:nvPicPr>
          <p:cNvPr id="60" name="Google Shape;60;p1"/>
          <p:cNvPicPr preferRelativeResize="0"/>
          <p:nvPr/>
        </p:nvPicPr>
        <p:blipFill rotWithShape="1">
          <a:blip r:embed="rId3">
            <a:alphaModFix/>
          </a:blip>
          <a:srcRect b="0" l="0" r="0" t="0"/>
          <a:stretch/>
        </p:blipFill>
        <p:spPr>
          <a:xfrm>
            <a:off x="5455199" y="2344025"/>
            <a:ext cx="3522274" cy="1976674"/>
          </a:xfrm>
          <a:prstGeom prst="rect">
            <a:avLst/>
          </a:prstGeom>
          <a:noFill/>
          <a:ln>
            <a:noFill/>
          </a:ln>
        </p:spPr>
      </p:pic>
      <p:sp>
        <p:nvSpPr>
          <p:cNvPr id="61" name="Google Shape;61;p1"/>
          <p:cNvSpPr txBox="1"/>
          <p:nvPr/>
        </p:nvSpPr>
        <p:spPr>
          <a:xfrm>
            <a:off x="284475" y="1917700"/>
            <a:ext cx="5000100" cy="18255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ID" sz="1600" u="none" cap="none" strike="noStrike">
                <a:solidFill>
                  <a:srgbClr val="000000"/>
                </a:solidFill>
                <a:latin typeface="Poppins"/>
                <a:ea typeface="Poppins"/>
                <a:cs typeface="Poppins"/>
                <a:sym typeface="Poppins"/>
              </a:rPr>
              <a:t>Berdasarkan pertimbangan bahwa pengelolaan bakat, minat, dan kemampuan terbaik murid perlu dilakukan secara terencana, terstruktur, dan berkelanjutan untuk mencapai tujuan pendidikan nasional. Peraturan ini hadir untuk menciptakan kerangka kerja yang menjamin keterlibatan semua pihak dari tingkat daerah hingga pusat, demi melahirkan generasi penerus yang berdaya saing.</a:t>
            </a:r>
            <a:endParaRPr b="0" i="0" sz="1600" u="none" cap="none" strike="noStrike">
              <a:solidFill>
                <a:srgbClr val="000000"/>
              </a:solidFill>
              <a:latin typeface="Poppins"/>
              <a:ea typeface="Poppins"/>
              <a:cs typeface="Poppins"/>
              <a:sym typeface="Poppins"/>
            </a:endParaRPr>
          </a:p>
        </p:txBody>
      </p:sp>
      <p:sp>
        <p:nvSpPr>
          <p:cNvPr id="62" name="Google Shape;62;p1"/>
          <p:cNvSpPr txBox="1"/>
          <p:nvPr/>
        </p:nvSpPr>
        <p:spPr>
          <a:xfrm>
            <a:off x="317325" y="1321725"/>
            <a:ext cx="7448700" cy="5199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lang="en-ID" sz="1300">
                <a:latin typeface="Poppins"/>
                <a:ea typeface="Poppins"/>
                <a:cs typeface="Poppins"/>
                <a:sym typeface="Poppins"/>
              </a:rPr>
              <a:t>Sesuai </a:t>
            </a:r>
            <a:r>
              <a:rPr b="0" i="0" lang="en-ID" sz="1300" u="none" cap="none" strike="noStrike">
                <a:solidFill>
                  <a:srgbClr val="000000"/>
                </a:solidFill>
                <a:latin typeface="Poppins"/>
                <a:ea typeface="Poppins"/>
                <a:cs typeface="Poppins"/>
                <a:sym typeface="Poppins"/>
              </a:rPr>
              <a:t>Peraturan Menteri Pendidikan Dasar dan Menengah Nomor 25 Tahun 2025 tentang Manajemen Talenta Murid.</a:t>
            </a:r>
            <a:endParaRPr b="0" i="0" sz="1300" u="none" cap="none" strike="noStrike">
              <a:solidFill>
                <a:srgbClr val="000000"/>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2"/>
          <p:cNvSpPr txBox="1"/>
          <p:nvPr>
            <p:ph type="title"/>
          </p:nvPr>
        </p:nvSpPr>
        <p:spPr>
          <a:xfrm>
            <a:off x="4985533" y="371387"/>
            <a:ext cx="3063900" cy="39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ID" sz="1500"/>
              <a:t>Berpusat pada Murid</a:t>
            </a:r>
            <a:endParaRPr sz="1500"/>
          </a:p>
        </p:txBody>
      </p:sp>
      <p:sp>
        <p:nvSpPr>
          <p:cNvPr id="68" name="Google Shape;68;p2"/>
          <p:cNvSpPr txBox="1"/>
          <p:nvPr>
            <p:ph idx="1" type="subTitle"/>
          </p:nvPr>
        </p:nvSpPr>
        <p:spPr>
          <a:xfrm>
            <a:off x="4991100" y="681031"/>
            <a:ext cx="4038300" cy="6237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400"/>
              <a:buNone/>
            </a:pPr>
            <a:r>
              <a:rPr lang="en-ID" sz="1100"/>
              <a:t>Menempatkan</a:t>
            </a:r>
            <a:r>
              <a:rPr lang="en-ID" sz="1100"/>
              <a:t> Murid sebagai fokus dalam Manajemen Talenta Murid dengan mempertimbangkan manfaat terbesar bagi pengembangan Talenta Murid. (Ayat 2)</a:t>
            </a:r>
            <a:endParaRPr sz="1100"/>
          </a:p>
        </p:txBody>
      </p:sp>
      <p:sp>
        <p:nvSpPr>
          <p:cNvPr id="69" name="Google Shape;69;p2"/>
          <p:cNvSpPr txBox="1"/>
          <p:nvPr>
            <p:ph idx="2" type="title"/>
          </p:nvPr>
        </p:nvSpPr>
        <p:spPr>
          <a:xfrm>
            <a:off x="5017850" y="1373425"/>
            <a:ext cx="3137100" cy="33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ID" sz="1500"/>
              <a:t>Inklusif</a:t>
            </a:r>
            <a:endParaRPr sz="1500"/>
          </a:p>
        </p:txBody>
      </p:sp>
      <p:sp>
        <p:nvSpPr>
          <p:cNvPr id="70" name="Google Shape;70;p2"/>
          <p:cNvSpPr txBox="1"/>
          <p:nvPr>
            <p:ph idx="3" type="subTitle"/>
          </p:nvPr>
        </p:nvSpPr>
        <p:spPr>
          <a:xfrm>
            <a:off x="5017850" y="1704475"/>
            <a:ext cx="3927000" cy="8136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400"/>
              <a:buNone/>
            </a:pPr>
            <a:r>
              <a:rPr lang="en-ID" sz="1000"/>
              <a:t>Pemerataan kesempatan bagi semua Murid sesuai bakat dan minat dengan tidak membedakan latar belakang, kondisi, karakteristik, status, serta menciptakan lingkungan yang adil dan terbuka untuk semua Murid. (Ayat 3)</a:t>
            </a:r>
            <a:endParaRPr sz="1000"/>
          </a:p>
        </p:txBody>
      </p:sp>
      <p:sp>
        <p:nvSpPr>
          <p:cNvPr id="71" name="Google Shape;71;p2"/>
          <p:cNvSpPr txBox="1"/>
          <p:nvPr>
            <p:ph idx="4" type="title"/>
          </p:nvPr>
        </p:nvSpPr>
        <p:spPr>
          <a:xfrm>
            <a:off x="5080000" y="2560525"/>
            <a:ext cx="3244500" cy="52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ID" sz="1500"/>
              <a:t>Kolaboratif</a:t>
            </a:r>
            <a:endParaRPr sz="1500"/>
          </a:p>
        </p:txBody>
      </p:sp>
      <p:sp>
        <p:nvSpPr>
          <p:cNvPr id="72" name="Google Shape;72;p2"/>
          <p:cNvSpPr txBox="1"/>
          <p:nvPr>
            <p:ph idx="5" type="subTitle"/>
          </p:nvPr>
        </p:nvSpPr>
        <p:spPr>
          <a:xfrm>
            <a:off x="5080000" y="2900650"/>
            <a:ext cx="3774000" cy="48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ID" sz="1000"/>
              <a:t>Pengembangan Talenta Murid memerlukan kerja sama dengan Masyarakat. (Ayat 3)</a:t>
            </a:r>
            <a:endParaRPr sz="1000"/>
          </a:p>
        </p:txBody>
      </p:sp>
      <p:sp>
        <p:nvSpPr>
          <p:cNvPr id="73" name="Google Shape;73;p2"/>
          <p:cNvSpPr txBox="1"/>
          <p:nvPr>
            <p:ph idx="6" type="title"/>
          </p:nvPr>
        </p:nvSpPr>
        <p:spPr>
          <a:xfrm>
            <a:off x="5080025" y="3686100"/>
            <a:ext cx="3063900" cy="43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ID" sz="1500"/>
              <a:t>Berkelanjutan</a:t>
            </a:r>
            <a:endParaRPr sz="1500"/>
          </a:p>
        </p:txBody>
      </p:sp>
      <p:sp>
        <p:nvSpPr>
          <p:cNvPr id="74" name="Google Shape;74;p2"/>
          <p:cNvSpPr txBox="1"/>
          <p:nvPr>
            <p:ph idx="7" type="subTitle"/>
          </p:nvPr>
        </p:nvSpPr>
        <p:spPr>
          <a:xfrm>
            <a:off x="5060600" y="3965425"/>
            <a:ext cx="3927000" cy="71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ID" sz="1000"/>
              <a:t>Penyelenggaraan Manajemen Talenta Murid yang dilakukan secara terstruktur, konsisten, dan terintegrasi. (Ayat 4)</a:t>
            </a:r>
            <a:endParaRPr sz="1000"/>
          </a:p>
        </p:txBody>
      </p:sp>
      <p:sp>
        <p:nvSpPr>
          <p:cNvPr id="75" name="Google Shape;75;p2"/>
          <p:cNvSpPr txBox="1"/>
          <p:nvPr>
            <p:ph idx="8" type="title"/>
          </p:nvPr>
        </p:nvSpPr>
        <p:spPr>
          <a:xfrm>
            <a:off x="333950" y="1662363"/>
            <a:ext cx="2958900" cy="163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ID" sz="2600"/>
              <a:t>Prinsip Manajemen Talenta Murid</a:t>
            </a:r>
            <a:endParaRPr sz="2600"/>
          </a:p>
          <a:p>
            <a:pPr indent="0" lvl="0" marL="0" rtl="0" algn="l">
              <a:lnSpc>
                <a:spcPct val="100000"/>
              </a:lnSpc>
              <a:spcBef>
                <a:spcPts val="0"/>
              </a:spcBef>
              <a:spcAft>
                <a:spcPts val="0"/>
              </a:spcAft>
              <a:buSzPts val="3000"/>
              <a:buNone/>
            </a:pPr>
            <a:r>
              <a:rPr lang="en-ID" sz="1500"/>
              <a:t>(Pasal 3)</a:t>
            </a:r>
            <a:endParaRPr sz="1500"/>
          </a:p>
        </p:txBody>
      </p:sp>
      <p:sp>
        <p:nvSpPr>
          <p:cNvPr id="76" name="Google Shape;76;p2"/>
          <p:cNvSpPr txBox="1"/>
          <p:nvPr>
            <p:ph idx="9" type="title"/>
          </p:nvPr>
        </p:nvSpPr>
        <p:spPr>
          <a:xfrm>
            <a:off x="3102513" y="473362"/>
            <a:ext cx="1326000" cy="1023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ID" sz="4400"/>
              <a:t>01</a:t>
            </a:r>
            <a:endParaRPr sz="4400"/>
          </a:p>
        </p:txBody>
      </p:sp>
      <p:sp>
        <p:nvSpPr>
          <p:cNvPr id="77" name="Google Shape;77;p2"/>
          <p:cNvSpPr txBox="1"/>
          <p:nvPr>
            <p:ph idx="13" type="title"/>
          </p:nvPr>
        </p:nvSpPr>
        <p:spPr>
          <a:xfrm>
            <a:off x="3102513" y="2657212"/>
            <a:ext cx="1326000" cy="1023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ID" sz="4400"/>
              <a:t>03</a:t>
            </a:r>
            <a:endParaRPr sz="4400"/>
          </a:p>
        </p:txBody>
      </p:sp>
      <p:sp>
        <p:nvSpPr>
          <p:cNvPr id="78" name="Google Shape;78;p2"/>
          <p:cNvSpPr txBox="1"/>
          <p:nvPr>
            <p:ph idx="14" type="title"/>
          </p:nvPr>
        </p:nvSpPr>
        <p:spPr>
          <a:xfrm>
            <a:off x="3102513" y="1565286"/>
            <a:ext cx="1326000" cy="1023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ID" sz="4400"/>
              <a:t>02</a:t>
            </a:r>
            <a:endParaRPr sz="4400"/>
          </a:p>
        </p:txBody>
      </p:sp>
      <p:sp>
        <p:nvSpPr>
          <p:cNvPr id="79" name="Google Shape;79;p2"/>
          <p:cNvSpPr txBox="1"/>
          <p:nvPr>
            <p:ph idx="15" type="title"/>
          </p:nvPr>
        </p:nvSpPr>
        <p:spPr>
          <a:xfrm>
            <a:off x="3102513" y="3749137"/>
            <a:ext cx="1326000" cy="1023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ID" sz="4400"/>
              <a:t>04</a:t>
            </a:r>
            <a:endParaRPr sz="4400"/>
          </a:p>
        </p:txBody>
      </p:sp>
      <p:cxnSp>
        <p:nvCxnSpPr>
          <p:cNvPr id="80" name="Google Shape;80;p2"/>
          <p:cNvCxnSpPr/>
          <p:nvPr/>
        </p:nvCxnSpPr>
        <p:spPr>
          <a:xfrm>
            <a:off x="333949" y="3514382"/>
            <a:ext cx="1688100" cy="0"/>
          </a:xfrm>
          <a:prstGeom prst="straightConnector1">
            <a:avLst/>
          </a:prstGeom>
          <a:noFill/>
          <a:ln cap="flat" cmpd="sng" w="19050">
            <a:solidFill>
              <a:schemeClr val="dk1"/>
            </a:solidFill>
            <a:prstDash val="solid"/>
            <a:round/>
            <a:headEnd len="sm" w="sm" type="none"/>
            <a:tailEnd len="sm" w="sm" type="none"/>
          </a:ln>
        </p:spPr>
      </p:cxnSp>
      <p:cxnSp>
        <p:nvCxnSpPr>
          <p:cNvPr id="81" name="Google Shape;81;p2"/>
          <p:cNvCxnSpPr/>
          <p:nvPr/>
        </p:nvCxnSpPr>
        <p:spPr>
          <a:xfrm>
            <a:off x="3382388" y="1428088"/>
            <a:ext cx="1431600" cy="0"/>
          </a:xfrm>
          <a:prstGeom prst="straightConnector1">
            <a:avLst/>
          </a:prstGeom>
          <a:noFill/>
          <a:ln cap="flat" cmpd="sng" w="19050">
            <a:solidFill>
              <a:schemeClr val="dk1"/>
            </a:solidFill>
            <a:prstDash val="solid"/>
            <a:round/>
            <a:headEnd len="sm" w="sm" type="none"/>
            <a:tailEnd len="sm" w="sm" type="none"/>
          </a:ln>
        </p:spPr>
      </p:cxnSp>
      <p:cxnSp>
        <p:nvCxnSpPr>
          <p:cNvPr id="82" name="Google Shape;82;p2"/>
          <p:cNvCxnSpPr/>
          <p:nvPr/>
        </p:nvCxnSpPr>
        <p:spPr>
          <a:xfrm>
            <a:off x="3382388" y="2515688"/>
            <a:ext cx="1431600" cy="0"/>
          </a:xfrm>
          <a:prstGeom prst="straightConnector1">
            <a:avLst/>
          </a:prstGeom>
          <a:noFill/>
          <a:ln cap="flat" cmpd="sng" w="19050">
            <a:solidFill>
              <a:schemeClr val="dk1"/>
            </a:solidFill>
            <a:prstDash val="solid"/>
            <a:round/>
            <a:headEnd len="sm" w="sm" type="none"/>
            <a:tailEnd len="sm" w="sm" type="none"/>
          </a:ln>
        </p:spPr>
      </p:cxnSp>
      <p:cxnSp>
        <p:nvCxnSpPr>
          <p:cNvPr id="83" name="Google Shape;83;p2"/>
          <p:cNvCxnSpPr/>
          <p:nvPr/>
        </p:nvCxnSpPr>
        <p:spPr>
          <a:xfrm>
            <a:off x="3382388" y="3636688"/>
            <a:ext cx="1431600" cy="0"/>
          </a:xfrm>
          <a:prstGeom prst="straightConnector1">
            <a:avLst/>
          </a:prstGeom>
          <a:noFill/>
          <a:ln cap="flat" cmpd="sng" w="19050">
            <a:solidFill>
              <a:schemeClr val="dk1"/>
            </a:solidFill>
            <a:prstDash val="solid"/>
            <a:round/>
            <a:headEnd len="sm" w="sm" type="none"/>
            <a:tailEnd len="sm" w="sm" type="none"/>
          </a:ln>
        </p:spPr>
      </p:cxnSp>
      <p:cxnSp>
        <p:nvCxnSpPr>
          <p:cNvPr id="84" name="Google Shape;84;p2"/>
          <p:cNvCxnSpPr/>
          <p:nvPr/>
        </p:nvCxnSpPr>
        <p:spPr>
          <a:xfrm>
            <a:off x="3496688" y="4628713"/>
            <a:ext cx="1431600" cy="0"/>
          </a:xfrm>
          <a:prstGeom prst="straightConnector1">
            <a:avLst/>
          </a:prstGeom>
          <a:noFill/>
          <a:ln cap="flat" cmpd="sng" w="19050">
            <a:solidFill>
              <a:schemeClr val="dk1"/>
            </a:solidFill>
            <a:prstDash val="solid"/>
            <a:round/>
            <a:headEnd len="sm" w="sm" type="none"/>
            <a:tailEnd len="sm" w="sm" type="none"/>
          </a:ln>
        </p:spPr>
      </p:cxnSp>
      <p:pic>
        <p:nvPicPr>
          <p:cNvPr id="85" name="Google Shape;85;p2" title="Gemini_Generated_Image_hok8m8hok8m8hok8.png"/>
          <p:cNvPicPr preferRelativeResize="0"/>
          <p:nvPr/>
        </p:nvPicPr>
        <p:blipFill>
          <a:blip r:embed="rId3">
            <a:alphaModFix/>
          </a:blip>
          <a:stretch>
            <a:fillRect/>
          </a:stretch>
        </p:blipFill>
        <p:spPr>
          <a:xfrm>
            <a:off x="4241120" y="625074"/>
            <a:ext cx="581136" cy="583522"/>
          </a:xfrm>
          <a:prstGeom prst="rect">
            <a:avLst/>
          </a:prstGeom>
          <a:noFill/>
          <a:ln>
            <a:noFill/>
          </a:ln>
        </p:spPr>
      </p:pic>
      <p:pic>
        <p:nvPicPr>
          <p:cNvPr id="86" name="Google Shape;86;p2" title="Layer 5.png"/>
          <p:cNvPicPr preferRelativeResize="0"/>
          <p:nvPr/>
        </p:nvPicPr>
        <p:blipFill>
          <a:blip r:embed="rId4">
            <a:alphaModFix/>
          </a:blip>
          <a:stretch>
            <a:fillRect/>
          </a:stretch>
        </p:blipFill>
        <p:spPr>
          <a:xfrm>
            <a:off x="4202338" y="1708562"/>
            <a:ext cx="658700" cy="516698"/>
          </a:xfrm>
          <a:prstGeom prst="rect">
            <a:avLst/>
          </a:prstGeom>
          <a:noFill/>
          <a:ln>
            <a:noFill/>
          </a:ln>
        </p:spPr>
      </p:pic>
      <p:pic>
        <p:nvPicPr>
          <p:cNvPr id="87" name="Google Shape;87;p2" title="Layer 14.png"/>
          <p:cNvPicPr preferRelativeResize="0"/>
          <p:nvPr/>
        </p:nvPicPr>
        <p:blipFill>
          <a:blip r:embed="rId5">
            <a:alphaModFix/>
          </a:blip>
          <a:stretch>
            <a:fillRect/>
          </a:stretch>
        </p:blipFill>
        <p:spPr>
          <a:xfrm>
            <a:off x="4250069" y="2821962"/>
            <a:ext cx="563236" cy="552497"/>
          </a:xfrm>
          <a:prstGeom prst="rect">
            <a:avLst/>
          </a:prstGeom>
          <a:noFill/>
          <a:ln>
            <a:noFill/>
          </a:ln>
        </p:spPr>
      </p:pic>
      <p:pic>
        <p:nvPicPr>
          <p:cNvPr id="88" name="Google Shape;88;p2" title="Layer 15.png"/>
          <p:cNvPicPr preferRelativeResize="0"/>
          <p:nvPr/>
        </p:nvPicPr>
        <p:blipFill>
          <a:blip r:embed="rId6">
            <a:alphaModFix/>
          </a:blip>
          <a:stretch>
            <a:fillRect/>
          </a:stretch>
        </p:blipFill>
        <p:spPr>
          <a:xfrm>
            <a:off x="4285868" y="3907789"/>
            <a:ext cx="491639" cy="5441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ph type="title"/>
          </p:nvPr>
        </p:nvSpPr>
        <p:spPr>
          <a:xfrm>
            <a:off x="445049" y="689584"/>
            <a:ext cx="8253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b="1" lang="en-ID" sz="2000"/>
              <a:t>Tahapan</a:t>
            </a:r>
            <a:r>
              <a:rPr b="1" lang="en-ID" sz="2000"/>
              <a:t> Manajemen Talenta Murid (Pasal 4)</a:t>
            </a:r>
            <a:endParaRPr b="1" sz="2000"/>
          </a:p>
        </p:txBody>
      </p:sp>
      <p:sp>
        <p:nvSpPr>
          <p:cNvPr id="94" name="Google Shape;94;p3"/>
          <p:cNvSpPr txBox="1"/>
          <p:nvPr/>
        </p:nvSpPr>
        <p:spPr>
          <a:xfrm>
            <a:off x="2557400" y="3287050"/>
            <a:ext cx="1749300" cy="52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Poppins"/>
                <a:ea typeface="Poppins"/>
                <a:cs typeface="Poppins"/>
                <a:sym typeface="Poppins"/>
              </a:rPr>
              <a:t>Tahap 2</a:t>
            </a:r>
            <a:endParaRPr b="0" i="0"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1" i="0" lang="en-ID" sz="1400" u="none" cap="none" strike="noStrike">
                <a:solidFill>
                  <a:schemeClr val="dk1"/>
                </a:solidFill>
                <a:latin typeface="Poppins"/>
                <a:ea typeface="Poppins"/>
                <a:cs typeface="Poppins"/>
                <a:sym typeface="Poppins"/>
              </a:rPr>
              <a:t>Peng</a:t>
            </a:r>
            <a:r>
              <a:rPr b="1" lang="en-ID">
                <a:solidFill>
                  <a:schemeClr val="dk1"/>
                </a:solidFill>
                <a:latin typeface="Poppins"/>
                <a:ea typeface="Poppins"/>
                <a:cs typeface="Poppins"/>
                <a:sym typeface="Poppins"/>
              </a:rPr>
              <a:t>e</a:t>
            </a:r>
            <a:r>
              <a:rPr b="1" i="0" lang="en-ID" sz="1400" u="none" cap="none" strike="noStrike">
                <a:solidFill>
                  <a:schemeClr val="dk1"/>
                </a:solidFill>
                <a:latin typeface="Poppins"/>
                <a:ea typeface="Poppins"/>
                <a:cs typeface="Poppins"/>
                <a:sym typeface="Poppins"/>
              </a:rPr>
              <a:t>mbangan</a:t>
            </a:r>
            <a:endParaRPr b="1" i="0" sz="1400" u="none" cap="none" strike="noStrike">
              <a:solidFill>
                <a:schemeClr val="dk1"/>
              </a:solidFill>
              <a:latin typeface="Poppins"/>
              <a:ea typeface="Poppins"/>
              <a:cs typeface="Poppins"/>
              <a:sym typeface="Poppins"/>
            </a:endParaRPr>
          </a:p>
        </p:txBody>
      </p:sp>
      <p:sp>
        <p:nvSpPr>
          <p:cNvPr id="95" name="Google Shape;95;p3"/>
          <p:cNvSpPr txBox="1"/>
          <p:nvPr/>
        </p:nvSpPr>
        <p:spPr>
          <a:xfrm>
            <a:off x="802850" y="3856625"/>
            <a:ext cx="3845400" cy="48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ID" sz="1100"/>
              <a:t> Pembinaan dan fasilitasi terhadap Murid untuk mengembangkan bakat dan minat Murid. (Pasal 12 Ayat 1)</a:t>
            </a:r>
            <a:endParaRPr b="0" i="0" sz="1100" u="none" cap="none" strike="noStrike">
              <a:solidFill>
                <a:schemeClr val="dk1"/>
              </a:solidFill>
              <a:latin typeface="Poppins"/>
              <a:ea typeface="Poppins"/>
              <a:cs typeface="Poppins"/>
              <a:sym typeface="Poppins"/>
            </a:endParaRPr>
          </a:p>
        </p:txBody>
      </p:sp>
      <p:sp>
        <p:nvSpPr>
          <p:cNvPr id="96" name="Google Shape;96;p3"/>
          <p:cNvSpPr txBox="1"/>
          <p:nvPr/>
        </p:nvSpPr>
        <p:spPr>
          <a:xfrm>
            <a:off x="4346572" y="1576150"/>
            <a:ext cx="1259400" cy="52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Poppins"/>
                <a:ea typeface="Poppins"/>
                <a:cs typeface="Poppins"/>
                <a:sym typeface="Poppins"/>
              </a:rPr>
              <a:t>Tahap 3 </a:t>
            </a:r>
            <a:endParaRPr b="0" i="0"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1" i="0" lang="en-ID" sz="1400" u="none" cap="none" strike="noStrike">
                <a:solidFill>
                  <a:schemeClr val="dk1"/>
                </a:solidFill>
                <a:latin typeface="Poppins"/>
                <a:ea typeface="Poppins"/>
                <a:cs typeface="Poppins"/>
                <a:sym typeface="Poppins"/>
              </a:rPr>
              <a:t>Aktualisasi</a:t>
            </a:r>
            <a:endParaRPr b="1" i="0" sz="1400" u="none" cap="none" strike="noStrike">
              <a:solidFill>
                <a:schemeClr val="dk1"/>
              </a:solidFill>
              <a:latin typeface="Poppins"/>
              <a:ea typeface="Poppins"/>
              <a:cs typeface="Poppins"/>
              <a:sym typeface="Poppins"/>
            </a:endParaRPr>
          </a:p>
        </p:txBody>
      </p:sp>
      <p:sp>
        <p:nvSpPr>
          <p:cNvPr id="97" name="Google Shape;97;p3"/>
          <p:cNvSpPr txBox="1"/>
          <p:nvPr/>
        </p:nvSpPr>
        <p:spPr>
          <a:xfrm>
            <a:off x="3281999" y="2103850"/>
            <a:ext cx="3003600" cy="48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ID" sz="1100"/>
              <a:t>Wadah bagi Murid untuk menunjukkan kemampuan terbaik sesuai bakat dan minat</a:t>
            </a:r>
            <a:r>
              <a:rPr b="0" i="0" lang="en-ID" sz="1100" u="none" cap="none" strike="noStrike">
                <a:solidFill>
                  <a:srgbClr val="000000"/>
                </a:solidFill>
                <a:latin typeface="Arial"/>
                <a:ea typeface="Arial"/>
                <a:cs typeface="Arial"/>
                <a:sym typeface="Arial"/>
              </a:rPr>
              <a:t>. (Pasal 20 Ayat 1)</a:t>
            </a:r>
            <a:endParaRPr b="0" i="0" sz="1100" u="none" cap="none" strike="noStrike">
              <a:solidFill>
                <a:schemeClr val="dk1"/>
              </a:solidFill>
              <a:latin typeface="Poppins"/>
              <a:ea typeface="Poppins"/>
              <a:cs typeface="Poppins"/>
              <a:sym typeface="Poppins"/>
            </a:endParaRPr>
          </a:p>
        </p:txBody>
      </p:sp>
      <p:sp>
        <p:nvSpPr>
          <p:cNvPr id="98" name="Google Shape;98;p3"/>
          <p:cNvSpPr txBox="1"/>
          <p:nvPr/>
        </p:nvSpPr>
        <p:spPr>
          <a:xfrm>
            <a:off x="6118200" y="3287050"/>
            <a:ext cx="1071000" cy="52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Poppins"/>
                <a:ea typeface="Poppins"/>
                <a:cs typeface="Poppins"/>
                <a:sym typeface="Poppins"/>
              </a:rPr>
              <a:t>Tahap 4</a:t>
            </a:r>
            <a:endParaRPr b="0" i="1"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1" i="0" lang="en-ID" sz="1400" u="none" cap="none" strike="noStrike">
                <a:solidFill>
                  <a:schemeClr val="dk1"/>
                </a:solidFill>
                <a:latin typeface="Poppins"/>
                <a:ea typeface="Poppins"/>
                <a:cs typeface="Poppins"/>
                <a:sym typeface="Poppins"/>
              </a:rPr>
              <a:t>Apresiasi</a:t>
            </a:r>
            <a:endParaRPr b="1" i="0" sz="1400" u="none" cap="none" strike="noStrike">
              <a:solidFill>
                <a:schemeClr val="dk1"/>
              </a:solidFill>
              <a:latin typeface="Poppins"/>
              <a:ea typeface="Poppins"/>
              <a:cs typeface="Poppins"/>
              <a:sym typeface="Poppins"/>
            </a:endParaRPr>
          </a:p>
        </p:txBody>
      </p:sp>
      <p:sp>
        <p:nvSpPr>
          <p:cNvPr id="99" name="Google Shape;99;p3"/>
          <p:cNvSpPr txBox="1"/>
          <p:nvPr/>
        </p:nvSpPr>
        <p:spPr>
          <a:xfrm>
            <a:off x="4987975" y="3815225"/>
            <a:ext cx="3152700" cy="48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ID" sz="1100"/>
              <a:t>Bentuk penghargaan atas kemampuan terbaik yang dimiliki Talenta Murid. (Pasal 34 Ayat 1)</a:t>
            </a:r>
            <a:endParaRPr b="0" i="0" sz="1100" u="none" cap="none" strike="noStrike">
              <a:solidFill>
                <a:schemeClr val="dk1"/>
              </a:solidFill>
              <a:latin typeface="Poppins"/>
              <a:ea typeface="Poppins"/>
              <a:cs typeface="Poppins"/>
              <a:sym typeface="Poppins"/>
            </a:endParaRPr>
          </a:p>
        </p:txBody>
      </p:sp>
      <p:sp>
        <p:nvSpPr>
          <p:cNvPr id="100" name="Google Shape;100;p3"/>
          <p:cNvSpPr txBox="1"/>
          <p:nvPr/>
        </p:nvSpPr>
        <p:spPr>
          <a:xfrm>
            <a:off x="7327575" y="1587625"/>
            <a:ext cx="1401900" cy="52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Poppins"/>
                <a:ea typeface="Poppins"/>
                <a:cs typeface="Poppins"/>
                <a:sym typeface="Poppins"/>
              </a:rPr>
              <a:t>Tahap 5</a:t>
            </a:r>
            <a:r>
              <a:rPr b="0" i="1" lang="en-ID" sz="1400" u="none" cap="none" strike="noStrike">
                <a:solidFill>
                  <a:schemeClr val="dk1"/>
                </a:solidFill>
                <a:latin typeface="Poppins"/>
                <a:ea typeface="Poppins"/>
                <a:cs typeface="Poppins"/>
                <a:sym typeface="Poppins"/>
              </a:rPr>
              <a:t> </a:t>
            </a:r>
            <a:endParaRPr b="0" i="0"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1" i="0" lang="en-ID" sz="1400" u="none" cap="none" strike="noStrike">
                <a:solidFill>
                  <a:schemeClr val="dk1"/>
                </a:solidFill>
                <a:latin typeface="Poppins"/>
                <a:ea typeface="Poppins"/>
                <a:cs typeface="Poppins"/>
                <a:sym typeface="Poppins"/>
              </a:rPr>
              <a:t>Kapitalisasi</a:t>
            </a:r>
            <a:endParaRPr b="1" i="0" sz="1400" u="none" cap="none" strike="noStrike">
              <a:solidFill>
                <a:schemeClr val="dk1"/>
              </a:solidFill>
              <a:latin typeface="Poppins"/>
              <a:ea typeface="Poppins"/>
              <a:cs typeface="Poppins"/>
              <a:sym typeface="Poppins"/>
            </a:endParaRPr>
          </a:p>
        </p:txBody>
      </p:sp>
      <p:sp>
        <p:nvSpPr>
          <p:cNvPr id="101" name="Google Shape;101;p3"/>
          <p:cNvSpPr txBox="1"/>
          <p:nvPr/>
        </p:nvSpPr>
        <p:spPr>
          <a:xfrm>
            <a:off x="6382500" y="2061563"/>
            <a:ext cx="2647200" cy="48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ID" sz="1100"/>
              <a:t> Pemberdayaan Talenta Murid dan karya Talenta Murid. (Pasal 37 Ayat 1)</a:t>
            </a:r>
            <a:endParaRPr b="0" i="0" sz="1100" u="none" cap="none" strike="noStrike">
              <a:solidFill>
                <a:schemeClr val="dk1"/>
              </a:solidFill>
              <a:latin typeface="Poppins"/>
              <a:ea typeface="Poppins"/>
              <a:cs typeface="Poppins"/>
              <a:sym typeface="Poppins"/>
            </a:endParaRPr>
          </a:p>
        </p:txBody>
      </p:sp>
      <p:cxnSp>
        <p:nvCxnSpPr>
          <p:cNvPr id="102" name="Google Shape;102;p3"/>
          <p:cNvCxnSpPr/>
          <p:nvPr/>
        </p:nvCxnSpPr>
        <p:spPr>
          <a:xfrm>
            <a:off x="6297975" y="2963075"/>
            <a:ext cx="0" cy="273300"/>
          </a:xfrm>
          <a:prstGeom prst="straightConnector1">
            <a:avLst/>
          </a:prstGeom>
          <a:noFill/>
          <a:ln cap="flat" cmpd="sng" w="19050">
            <a:solidFill>
              <a:schemeClr val="dk1"/>
            </a:solidFill>
            <a:prstDash val="solid"/>
            <a:round/>
            <a:headEnd len="sm" w="sm" type="none"/>
            <a:tailEnd len="sm" w="sm" type="none"/>
          </a:ln>
        </p:spPr>
      </p:cxnSp>
      <p:cxnSp>
        <p:nvCxnSpPr>
          <p:cNvPr id="103" name="Google Shape;103;p3"/>
          <p:cNvCxnSpPr/>
          <p:nvPr/>
        </p:nvCxnSpPr>
        <p:spPr>
          <a:xfrm>
            <a:off x="1637625" y="1186925"/>
            <a:ext cx="5879400" cy="0"/>
          </a:xfrm>
          <a:prstGeom prst="straightConnector1">
            <a:avLst/>
          </a:prstGeom>
          <a:noFill/>
          <a:ln cap="flat" cmpd="sng" w="19050">
            <a:solidFill>
              <a:schemeClr val="dk1"/>
            </a:solidFill>
            <a:prstDash val="solid"/>
            <a:round/>
            <a:headEnd len="sm" w="sm" type="none"/>
            <a:tailEnd len="sm" w="sm" type="none"/>
          </a:ln>
        </p:spPr>
      </p:cxnSp>
      <p:sp>
        <p:nvSpPr>
          <p:cNvPr id="104" name="Google Shape;104;p3"/>
          <p:cNvSpPr txBox="1"/>
          <p:nvPr/>
        </p:nvSpPr>
        <p:spPr>
          <a:xfrm>
            <a:off x="1482475" y="1522725"/>
            <a:ext cx="1332300" cy="52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ID" sz="1400" u="none" cap="none" strike="noStrike">
                <a:solidFill>
                  <a:schemeClr val="dk1"/>
                </a:solidFill>
                <a:latin typeface="Poppins"/>
                <a:ea typeface="Poppins"/>
                <a:cs typeface="Poppins"/>
                <a:sym typeface="Poppins"/>
              </a:rPr>
              <a:t>Tahap 1</a:t>
            </a:r>
            <a:endParaRPr b="0" i="0"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1" i="0" lang="en-ID" sz="1400" u="none" cap="none" strike="noStrike">
                <a:solidFill>
                  <a:schemeClr val="dk1"/>
                </a:solidFill>
                <a:latin typeface="Poppins"/>
                <a:ea typeface="Poppins"/>
                <a:cs typeface="Poppins"/>
                <a:sym typeface="Poppins"/>
              </a:rPr>
              <a:t>Identifikasi</a:t>
            </a:r>
            <a:endParaRPr b="1" i="0" sz="1400" u="none" cap="none" strike="noStrike">
              <a:solidFill>
                <a:schemeClr val="dk1"/>
              </a:solidFill>
              <a:latin typeface="Poppins"/>
              <a:ea typeface="Poppins"/>
              <a:cs typeface="Poppins"/>
              <a:sym typeface="Poppins"/>
            </a:endParaRPr>
          </a:p>
        </p:txBody>
      </p:sp>
      <p:sp>
        <p:nvSpPr>
          <p:cNvPr id="105" name="Google Shape;105;p3"/>
          <p:cNvSpPr txBox="1"/>
          <p:nvPr/>
        </p:nvSpPr>
        <p:spPr>
          <a:xfrm>
            <a:off x="76200" y="2082775"/>
            <a:ext cx="2938200" cy="48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n-ID" sz="1100" u="none" cap="none" strike="noStrike">
                <a:solidFill>
                  <a:srgbClr val="000000"/>
                </a:solidFill>
                <a:latin typeface="Arial"/>
                <a:ea typeface="Arial"/>
                <a:cs typeface="Arial"/>
                <a:sym typeface="Arial"/>
              </a:rPr>
              <a:t>Menemukenali dan memetakan bakat dan minat yang dimiliki murid. (Pasal 5 Ayat 1)</a:t>
            </a:r>
            <a:endParaRPr b="0" i="0" sz="1100" u="none" cap="none" strike="noStrike">
              <a:solidFill>
                <a:schemeClr val="dk1"/>
              </a:solidFill>
              <a:latin typeface="Poppins"/>
              <a:ea typeface="Poppins"/>
              <a:cs typeface="Poppins"/>
              <a:sym typeface="Poppins"/>
            </a:endParaRPr>
          </a:p>
        </p:txBody>
      </p:sp>
      <p:cxnSp>
        <p:nvCxnSpPr>
          <p:cNvPr id="106" name="Google Shape;106;p3"/>
          <p:cNvCxnSpPr/>
          <p:nvPr/>
        </p:nvCxnSpPr>
        <p:spPr>
          <a:xfrm>
            <a:off x="1545300" y="2568400"/>
            <a:ext cx="6210000" cy="375300"/>
          </a:xfrm>
          <a:prstGeom prst="bentConnector3">
            <a:avLst>
              <a:gd fmla="val 62" name="adj1"/>
            </a:avLst>
          </a:prstGeom>
          <a:noFill/>
          <a:ln cap="flat" cmpd="sng" w="19050">
            <a:solidFill>
              <a:schemeClr val="dk1"/>
            </a:solidFill>
            <a:prstDash val="solid"/>
            <a:round/>
            <a:headEnd len="sm" w="sm" type="none"/>
            <a:tailEnd len="sm" w="sm" type="none"/>
          </a:ln>
        </p:spPr>
      </p:cxnSp>
      <p:cxnSp>
        <p:nvCxnSpPr>
          <p:cNvPr id="107" name="Google Shape;107;p3"/>
          <p:cNvCxnSpPr/>
          <p:nvPr/>
        </p:nvCxnSpPr>
        <p:spPr>
          <a:xfrm flipH="1" rot="-5400000">
            <a:off x="7545850" y="2733375"/>
            <a:ext cx="419400" cy="900"/>
          </a:xfrm>
          <a:prstGeom prst="bentConnector3">
            <a:avLst>
              <a:gd fmla="val 50000" name="adj1"/>
            </a:avLst>
          </a:prstGeom>
          <a:noFill/>
          <a:ln cap="flat" cmpd="sng" w="19050">
            <a:solidFill>
              <a:schemeClr val="dk1"/>
            </a:solidFill>
            <a:prstDash val="solid"/>
            <a:round/>
            <a:headEnd len="sm" w="sm" type="none"/>
            <a:tailEnd len="sm" w="sm" type="none"/>
          </a:ln>
        </p:spPr>
      </p:cxnSp>
      <p:pic>
        <p:nvPicPr>
          <p:cNvPr id="108" name="Google Shape;108;p3" title="Layer 12.png"/>
          <p:cNvPicPr preferRelativeResize="0"/>
          <p:nvPr/>
        </p:nvPicPr>
        <p:blipFill>
          <a:blip r:embed="rId3">
            <a:alphaModFix/>
          </a:blip>
          <a:stretch>
            <a:fillRect/>
          </a:stretch>
        </p:blipFill>
        <p:spPr>
          <a:xfrm>
            <a:off x="1987171" y="3199350"/>
            <a:ext cx="570228" cy="572700"/>
          </a:xfrm>
          <a:prstGeom prst="rect">
            <a:avLst/>
          </a:prstGeom>
          <a:noFill/>
          <a:ln>
            <a:noFill/>
          </a:ln>
        </p:spPr>
      </p:pic>
      <p:pic>
        <p:nvPicPr>
          <p:cNvPr id="109" name="Google Shape;109;p3" title="Layer 13.png"/>
          <p:cNvPicPr preferRelativeResize="0"/>
          <p:nvPr/>
        </p:nvPicPr>
        <p:blipFill>
          <a:blip r:embed="rId4">
            <a:alphaModFix/>
          </a:blip>
          <a:stretch>
            <a:fillRect/>
          </a:stretch>
        </p:blipFill>
        <p:spPr>
          <a:xfrm>
            <a:off x="1005617" y="1522725"/>
            <a:ext cx="476859" cy="527699"/>
          </a:xfrm>
          <a:prstGeom prst="rect">
            <a:avLst/>
          </a:prstGeom>
          <a:noFill/>
          <a:ln>
            <a:noFill/>
          </a:ln>
        </p:spPr>
      </p:pic>
      <p:pic>
        <p:nvPicPr>
          <p:cNvPr id="110" name="Google Shape;110;p3" title="Layer 9.png"/>
          <p:cNvPicPr preferRelativeResize="0"/>
          <p:nvPr/>
        </p:nvPicPr>
        <p:blipFill>
          <a:blip r:embed="rId5">
            <a:alphaModFix/>
          </a:blip>
          <a:stretch>
            <a:fillRect/>
          </a:stretch>
        </p:blipFill>
        <p:spPr>
          <a:xfrm>
            <a:off x="5599250" y="3333763"/>
            <a:ext cx="476849" cy="486912"/>
          </a:xfrm>
          <a:prstGeom prst="rect">
            <a:avLst/>
          </a:prstGeom>
          <a:noFill/>
          <a:ln>
            <a:noFill/>
          </a:ln>
        </p:spPr>
      </p:pic>
      <p:pic>
        <p:nvPicPr>
          <p:cNvPr id="111" name="Google Shape;111;p3" title="Layer 10.png"/>
          <p:cNvPicPr preferRelativeResize="0"/>
          <p:nvPr/>
        </p:nvPicPr>
        <p:blipFill>
          <a:blip r:embed="rId6">
            <a:alphaModFix/>
          </a:blip>
          <a:stretch>
            <a:fillRect/>
          </a:stretch>
        </p:blipFill>
        <p:spPr>
          <a:xfrm>
            <a:off x="6799175" y="1593420"/>
            <a:ext cx="528400" cy="493405"/>
          </a:xfrm>
          <a:prstGeom prst="rect">
            <a:avLst/>
          </a:prstGeom>
          <a:noFill/>
          <a:ln>
            <a:noFill/>
          </a:ln>
        </p:spPr>
      </p:pic>
      <p:pic>
        <p:nvPicPr>
          <p:cNvPr id="112" name="Google Shape;112;p3" title="Layer 11.png"/>
          <p:cNvPicPr preferRelativeResize="0"/>
          <p:nvPr/>
        </p:nvPicPr>
        <p:blipFill>
          <a:blip r:embed="rId7">
            <a:alphaModFix/>
          </a:blip>
          <a:stretch>
            <a:fillRect/>
          </a:stretch>
        </p:blipFill>
        <p:spPr>
          <a:xfrm>
            <a:off x="3961634" y="1587624"/>
            <a:ext cx="384929" cy="484800"/>
          </a:xfrm>
          <a:prstGeom prst="rect">
            <a:avLst/>
          </a:prstGeom>
          <a:noFill/>
          <a:ln>
            <a:noFill/>
          </a:ln>
        </p:spPr>
      </p:pic>
      <p:cxnSp>
        <p:nvCxnSpPr>
          <p:cNvPr id="113" name="Google Shape;113;p3"/>
          <p:cNvCxnSpPr/>
          <p:nvPr/>
        </p:nvCxnSpPr>
        <p:spPr>
          <a:xfrm flipH="1" rot="-5400000">
            <a:off x="4599300" y="2852225"/>
            <a:ext cx="175800" cy="600"/>
          </a:xfrm>
          <a:prstGeom prst="bentConnector3">
            <a:avLst>
              <a:gd fmla="val 50000" name="adj1"/>
            </a:avLst>
          </a:prstGeom>
          <a:noFill/>
          <a:ln cap="flat" cmpd="sng" w="19050">
            <a:solidFill>
              <a:schemeClr val="dk1"/>
            </a:solidFill>
            <a:prstDash val="solid"/>
            <a:round/>
            <a:headEnd len="sm" w="sm" type="none"/>
            <a:tailEnd len="sm" w="sm" type="none"/>
          </a:ln>
        </p:spPr>
      </p:cxnSp>
      <p:cxnSp>
        <p:nvCxnSpPr>
          <p:cNvPr id="114" name="Google Shape;114;p3"/>
          <p:cNvCxnSpPr/>
          <p:nvPr/>
        </p:nvCxnSpPr>
        <p:spPr>
          <a:xfrm>
            <a:off x="3007675" y="2928725"/>
            <a:ext cx="4800" cy="307800"/>
          </a:xfrm>
          <a:prstGeom prst="straightConnector1">
            <a:avLst/>
          </a:prstGeom>
          <a:noFill/>
          <a:ln cap="flat" cmpd="sng" w="19050">
            <a:solidFill>
              <a:schemeClr val="dk1"/>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idx="6" type="title"/>
          </p:nvPr>
        </p:nvSpPr>
        <p:spPr>
          <a:xfrm>
            <a:off x="710749" y="706986"/>
            <a:ext cx="7972500" cy="77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ID" sz="1800"/>
              <a:t>Tahap 1 : </a:t>
            </a:r>
            <a:r>
              <a:rPr lang="en-ID" sz="1800"/>
              <a:t>Identifikasi</a:t>
            </a:r>
            <a:r>
              <a:rPr lang="en-ID" sz="1800"/>
              <a:t> Bakat dan Minat</a:t>
            </a:r>
            <a:endParaRPr b="0" sz="1400"/>
          </a:p>
        </p:txBody>
      </p:sp>
      <p:cxnSp>
        <p:nvCxnSpPr>
          <p:cNvPr id="120" name="Google Shape;120;p4"/>
          <p:cNvCxnSpPr/>
          <p:nvPr/>
        </p:nvCxnSpPr>
        <p:spPr>
          <a:xfrm>
            <a:off x="812499" y="1191264"/>
            <a:ext cx="4499100" cy="0"/>
          </a:xfrm>
          <a:prstGeom prst="straightConnector1">
            <a:avLst/>
          </a:prstGeom>
          <a:noFill/>
          <a:ln cap="flat" cmpd="sng" w="19050">
            <a:solidFill>
              <a:schemeClr val="dk1"/>
            </a:solidFill>
            <a:prstDash val="solid"/>
            <a:round/>
            <a:headEnd len="sm" w="sm" type="none"/>
            <a:tailEnd len="sm" w="sm" type="none"/>
          </a:ln>
        </p:spPr>
      </p:cxnSp>
      <p:sp>
        <p:nvSpPr>
          <p:cNvPr id="121" name="Google Shape;121;p4"/>
          <p:cNvSpPr txBox="1"/>
          <p:nvPr>
            <p:ph idx="2" type="title"/>
          </p:nvPr>
        </p:nvSpPr>
        <p:spPr>
          <a:xfrm>
            <a:off x="812499" y="1217467"/>
            <a:ext cx="7972500" cy="52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b="1" lang="en-ID" sz="1400"/>
              <a:t>Tujuan utama tahap ini adalah untuk menemukenali serta memetakan secara akurat bakat dan minat yang dimiliki murid. (Pasal 5 Ayat 1)</a:t>
            </a:r>
            <a:endParaRPr b="1" sz="1400"/>
          </a:p>
        </p:txBody>
      </p:sp>
      <p:sp>
        <p:nvSpPr>
          <p:cNvPr id="122" name="Google Shape;122;p4"/>
          <p:cNvSpPr/>
          <p:nvPr/>
        </p:nvSpPr>
        <p:spPr>
          <a:xfrm>
            <a:off x="521909" y="2063677"/>
            <a:ext cx="2670900" cy="77400"/>
          </a:xfrm>
          <a:prstGeom prst="roundRect">
            <a:avLst>
              <a:gd fmla="val 27907" name="adj"/>
            </a:avLst>
          </a:prstGeom>
          <a:solidFill>
            <a:schemeClr val="dk1"/>
          </a:solidFill>
          <a:ln>
            <a:noFill/>
          </a:ln>
        </p:spPr>
        <p:txBody>
          <a:bodyPr anchorCtr="0" anchor="ctr" bIns="58200" lIns="58200" spcFirstLastPara="1" rIns="58200" wrap="square" tIns="58200">
            <a:noAutofit/>
          </a:bodyPr>
          <a:lstStyle/>
          <a:p>
            <a:pPr indent="0" lvl="0" marL="0" rtl="0" algn="l">
              <a:spcBef>
                <a:spcPts val="0"/>
              </a:spcBef>
              <a:spcAft>
                <a:spcPts val="0"/>
              </a:spcAft>
              <a:buNone/>
            </a:pPr>
            <a:r>
              <a:t/>
            </a:r>
            <a:endParaRPr sz="636">
              <a:latin typeface="Poppins"/>
              <a:ea typeface="Poppins"/>
              <a:cs typeface="Poppins"/>
              <a:sym typeface="Poppins"/>
            </a:endParaRPr>
          </a:p>
        </p:txBody>
      </p:sp>
      <p:sp>
        <p:nvSpPr>
          <p:cNvPr id="123" name="Google Shape;123;p4"/>
          <p:cNvSpPr/>
          <p:nvPr/>
        </p:nvSpPr>
        <p:spPr>
          <a:xfrm>
            <a:off x="1640777" y="1866571"/>
            <a:ext cx="433200" cy="433200"/>
          </a:xfrm>
          <a:prstGeom prst="roundRect">
            <a:avLst>
              <a:gd fmla="val 134383" name="adj"/>
            </a:avLst>
          </a:prstGeom>
          <a:solidFill>
            <a:schemeClr val="dk1"/>
          </a:solidFill>
          <a:ln>
            <a:noFill/>
          </a:ln>
        </p:spPr>
        <p:txBody>
          <a:bodyPr anchorCtr="0" anchor="ctr" bIns="58200" lIns="58200" spcFirstLastPara="1" rIns="58200" wrap="square" tIns="58200">
            <a:noAutofit/>
          </a:bodyPr>
          <a:lstStyle/>
          <a:p>
            <a:pPr indent="0" lvl="0" marL="0" rtl="0" algn="l">
              <a:spcBef>
                <a:spcPts val="0"/>
              </a:spcBef>
              <a:spcAft>
                <a:spcPts val="0"/>
              </a:spcAft>
              <a:buNone/>
            </a:pPr>
            <a:r>
              <a:t/>
            </a:r>
            <a:endParaRPr sz="636">
              <a:latin typeface="Poppins"/>
              <a:ea typeface="Poppins"/>
              <a:cs typeface="Poppins"/>
              <a:sym typeface="Poppins"/>
            </a:endParaRPr>
          </a:p>
        </p:txBody>
      </p:sp>
      <p:sp>
        <p:nvSpPr>
          <p:cNvPr id="124" name="Google Shape;124;p4"/>
          <p:cNvSpPr/>
          <p:nvPr/>
        </p:nvSpPr>
        <p:spPr>
          <a:xfrm>
            <a:off x="1770665" y="1974862"/>
            <a:ext cx="173100" cy="216600"/>
          </a:xfrm>
          <a:prstGeom prst="rect">
            <a:avLst/>
          </a:prstGeom>
          <a:noFill/>
          <a:ln>
            <a:noFill/>
          </a:ln>
        </p:spPr>
        <p:txBody>
          <a:bodyPr anchorCtr="0" anchor="t" bIns="0" lIns="0" spcFirstLastPara="1" rIns="0" wrap="square" tIns="0">
            <a:noAutofit/>
          </a:bodyPr>
          <a:lstStyle/>
          <a:p>
            <a:pPr indent="0" lvl="0" marL="0" marR="0" rtl="0" algn="ctr">
              <a:lnSpc>
                <a:spcPct val="161904"/>
              </a:lnSpc>
              <a:spcBef>
                <a:spcPts val="0"/>
              </a:spcBef>
              <a:spcAft>
                <a:spcPts val="0"/>
              </a:spcAft>
              <a:buClr>
                <a:srgbClr val="FFFFFF"/>
              </a:buClr>
              <a:buSzPts val="1337"/>
              <a:buFont typeface="Crimson Pro"/>
              <a:buNone/>
            </a:pPr>
            <a:r>
              <a:rPr b="1" i="0" lang="en-ID" sz="1082" u="none" cap="none" strike="noStrike">
                <a:solidFill>
                  <a:srgbClr val="FFFFFF"/>
                </a:solidFill>
                <a:latin typeface="Poppins"/>
                <a:ea typeface="Poppins"/>
                <a:cs typeface="Poppins"/>
                <a:sym typeface="Poppins"/>
              </a:rPr>
              <a:t>1</a:t>
            </a:r>
            <a:endParaRPr b="1" i="0" sz="1082" u="none" cap="none" strike="noStrike">
              <a:latin typeface="Poppins"/>
              <a:ea typeface="Poppins"/>
              <a:cs typeface="Poppins"/>
              <a:sym typeface="Poppins"/>
            </a:endParaRPr>
          </a:p>
        </p:txBody>
      </p:sp>
      <p:sp>
        <p:nvSpPr>
          <p:cNvPr id="125" name="Google Shape;125;p4"/>
          <p:cNvSpPr/>
          <p:nvPr/>
        </p:nvSpPr>
        <p:spPr>
          <a:xfrm>
            <a:off x="570717" y="2462052"/>
            <a:ext cx="2622000" cy="16911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ID" sz="1027">
                <a:solidFill>
                  <a:srgbClr val="3F4252"/>
                </a:solidFill>
                <a:latin typeface="Poppins"/>
                <a:ea typeface="Poppins"/>
                <a:cs typeface="Poppins"/>
                <a:sym typeface="Poppins"/>
              </a:rPr>
              <a:t>Penyusunan Instrumen Identifikasi Bakat dan Minat Murid</a:t>
            </a:r>
            <a:r>
              <a:rPr lang="en-ID" sz="1027">
                <a:solidFill>
                  <a:srgbClr val="3F4252"/>
                </a:solidFill>
                <a:latin typeface="Poppins"/>
                <a:ea typeface="Poppins"/>
                <a:cs typeface="Poppins"/>
                <a:sym typeface="Poppins"/>
              </a:rPr>
              <a:t>: Kementerian menyusun instrumen identifikasi, dengan melibatkan pakar/ahli di bidang asesmen. (Pasal 6)</a:t>
            </a:r>
            <a:endParaRPr i="0" sz="1250" u="none" cap="none" strike="noStrike">
              <a:latin typeface="Poppins"/>
              <a:ea typeface="Poppins"/>
              <a:cs typeface="Poppins"/>
              <a:sym typeface="Poppins"/>
            </a:endParaRPr>
          </a:p>
        </p:txBody>
      </p:sp>
      <p:sp>
        <p:nvSpPr>
          <p:cNvPr id="126" name="Google Shape;126;p4"/>
          <p:cNvSpPr/>
          <p:nvPr/>
        </p:nvSpPr>
        <p:spPr>
          <a:xfrm>
            <a:off x="3337171" y="2063677"/>
            <a:ext cx="2670900" cy="77400"/>
          </a:xfrm>
          <a:prstGeom prst="roundRect">
            <a:avLst>
              <a:gd fmla="val 27907" name="adj"/>
            </a:avLst>
          </a:prstGeom>
          <a:solidFill>
            <a:schemeClr val="dk1"/>
          </a:solidFill>
          <a:ln>
            <a:noFill/>
          </a:ln>
        </p:spPr>
        <p:txBody>
          <a:bodyPr anchorCtr="0" anchor="ctr" bIns="58200" lIns="58200" spcFirstLastPara="1" rIns="58200" wrap="square" tIns="58200">
            <a:noAutofit/>
          </a:bodyPr>
          <a:lstStyle/>
          <a:p>
            <a:pPr indent="0" lvl="0" marL="0" rtl="0" algn="l">
              <a:spcBef>
                <a:spcPts val="0"/>
              </a:spcBef>
              <a:spcAft>
                <a:spcPts val="0"/>
              </a:spcAft>
              <a:buNone/>
            </a:pPr>
            <a:r>
              <a:t/>
            </a:r>
            <a:endParaRPr sz="636">
              <a:latin typeface="Poppins"/>
              <a:ea typeface="Poppins"/>
              <a:cs typeface="Poppins"/>
              <a:sym typeface="Poppins"/>
            </a:endParaRPr>
          </a:p>
        </p:txBody>
      </p:sp>
      <p:sp>
        <p:nvSpPr>
          <p:cNvPr id="127" name="Google Shape;127;p4"/>
          <p:cNvSpPr/>
          <p:nvPr/>
        </p:nvSpPr>
        <p:spPr>
          <a:xfrm>
            <a:off x="4456039" y="1866571"/>
            <a:ext cx="433200" cy="433200"/>
          </a:xfrm>
          <a:prstGeom prst="roundRect">
            <a:avLst>
              <a:gd fmla="val 134383" name="adj"/>
            </a:avLst>
          </a:prstGeom>
          <a:solidFill>
            <a:schemeClr val="dk1"/>
          </a:solidFill>
          <a:ln>
            <a:noFill/>
          </a:ln>
        </p:spPr>
        <p:txBody>
          <a:bodyPr anchorCtr="0" anchor="ctr" bIns="58200" lIns="58200" spcFirstLastPara="1" rIns="58200" wrap="square" tIns="58200">
            <a:noAutofit/>
          </a:bodyPr>
          <a:lstStyle/>
          <a:p>
            <a:pPr indent="0" lvl="0" marL="0" rtl="0" algn="l">
              <a:spcBef>
                <a:spcPts val="0"/>
              </a:spcBef>
              <a:spcAft>
                <a:spcPts val="0"/>
              </a:spcAft>
              <a:buNone/>
            </a:pPr>
            <a:r>
              <a:t/>
            </a:r>
            <a:endParaRPr sz="636">
              <a:latin typeface="Poppins"/>
              <a:ea typeface="Poppins"/>
              <a:cs typeface="Poppins"/>
              <a:sym typeface="Poppins"/>
            </a:endParaRPr>
          </a:p>
        </p:txBody>
      </p:sp>
      <p:sp>
        <p:nvSpPr>
          <p:cNvPr id="128" name="Google Shape;128;p4"/>
          <p:cNvSpPr/>
          <p:nvPr/>
        </p:nvSpPr>
        <p:spPr>
          <a:xfrm>
            <a:off x="4585927" y="1974862"/>
            <a:ext cx="173100" cy="216600"/>
          </a:xfrm>
          <a:prstGeom prst="rect">
            <a:avLst/>
          </a:prstGeom>
          <a:noFill/>
          <a:ln>
            <a:noFill/>
          </a:ln>
        </p:spPr>
        <p:txBody>
          <a:bodyPr anchorCtr="0" anchor="t" bIns="0" lIns="0" spcFirstLastPara="1" rIns="0" wrap="square" tIns="0">
            <a:noAutofit/>
          </a:bodyPr>
          <a:lstStyle/>
          <a:p>
            <a:pPr indent="0" lvl="0" marL="0" marR="0" rtl="0" algn="ctr">
              <a:lnSpc>
                <a:spcPct val="161904"/>
              </a:lnSpc>
              <a:spcBef>
                <a:spcPts val="0"/>
              </a:spcBef>
              <a:spcAft>
                <a:spcPts val="0"/>
              </a:spcAft>
              <a:buClr>
                <a:srgbClr val="FFFFFF"/>
              </a:buClr>
              <a:buSzPts val="1337"/>
              <a:buFont typeface="Crimson Pro"/>
              <a:buNone/>
            </a:pPr>
            <a:r>
              <a:rPr b="1" i="0" lang="en-ID" sz="1082" u="none" cap="none" strike="noStrike">
                <a:solidFill>
                  <a:srgbClr val="FFFFFF"/>
                </a:solidFill>
                <a:latin typeface="Poppins"/>
                <a:ea typeface="Poppins"/>
                <a:cs typeface="Poppins"/>
                <a:sym typeface="Poppins"/>
              </a:rPr>
              <a:t>2</a:t>
            </a:r>
            <a:endParaRPr b="1" i="0" sz="1082" u="none" cap="none" strike="noStrike">
              <a:latin typeface="Poppins"/>
              <a:ea typeface="Poppins"/>
              <a:cs typeface="Poppins"/>
              <a:sym typeface="Poppins"/>
            </a:endParaRPr>
          </a:p>
        </p:txBody>
      </p:sp>
      <p:sp>
        <p:nvSpPr>
          <p:cNvPr id="129" name="Google Shape;129;p4"/>
          <p:cNvSpPr/>
          <p:nvPr/>
        </p:nvSpPr>
        <p:spPr>
          <a:xfrm>
            <a:off x="3385982" y="2462052"/>
            <a:ext cx="2622000" cy="20295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ID" sz="1027">
                <a:solidFill>
                  <a:srgbClr val="3F4252"/>
                </a:solidFill>
                <a:latin typeface="Poppins"/>
                <a:ea typeface="Poppins"/>
                <a:cs typeface="Poppins"/>
                <a:sym typeface="Poppins"/>
              </a:rPr>
              <a:t>Pengisian Instrumen Identifikasi Bakat dan Minat Murid :</a:t>
            </a:r>
            <a:r>
              <a:rPr lang="en-ID" sz="1027">
                <a:solidFill>
                  <a:srgbClr val="3F4252"/>
                </a:solidFill>
                <a:latin typeface="Poppins"/>
                <a:ea typeface="Poppins"/>
                <a:cs typeface="Poppins"/>
                <a:sym typeface="Poppins"/>
              </a:rPr>
              <a:t> Dilakukan pada Satuan Pendidikan, idealnya pada awal tahun ajaran baru, dan difasilitasi dan dikoordinasikan oleh Pemerintah Daerah sesuai dengan kewenangannya. (Pasal 7)</a:t>
            </a:r>
            <a:endParaRPr i="0" sz="1250" u="none" cap="none" strike="noStrike">
              <a:latin typeface="Poppins"/>
              <a:ea typeface="Poppins"/>
              <a:cs typeface="Poppins"/>
              <a:sym typeface="Poppins"/>
            </a:endParaRPr>
          </a:p>
        </p:txBody>
      </p:sp>
      <p:sp>
        <p:nvSpPr>
          <p:cNvPr id="130" name="Google Shape;130;p4"/>
          <p:cNvSpPr/>
          <p:nvPr/>
        </p:nvSpPr>
        <p:spPr>
          <a:xfrm>
            <a:off x="6152433" y="2063677"/>
            <a:ext cx="2670900" cy="77400"/>
          </a:xfrm>
          <a:prstGeom prst="roundRect">
            <a:avLst>
              <a:gd fmla="val 27907" name="adj"/>
            </a:avLst>
          </a:prstGeom>
          <a:solidFill>
            <a:schemeClr val="dk1"/>
          </a:solidFill>
          <a:ln>
            <a:noFill/>
          </a:ln>
        </p:spPr>
        <p:txBody>
          <a:bodyPr anchorCtr="0" anchor="ctr" bIns="58200" lIns="58200" spcFirstLastPara="1" rIns="58200" wrap="square" tIns="58200">
            <a:noAutofit/>
          </a:bodyPr>
          <a:lstStyle/>
          <a:p>
            <a:pPr indent="0" lvl="0" marL="0" rtl="0" algn="l">
              <a:spcBef>
                <a:spcPts val="0"/>
              </a:spcBef>
              <a:spcAft>
                <a:spcPts val="0"/>
              </a:spcAft>
              <a:buNone/>
            </a:pPr>
            <a:r>
              <a:t/>
            </a:r>
            <a:endParaRPr sz="636">
              <a:latin typeface="Poppins"/>
              <a:ea typeface="Poppins"/>
              <a:cs typeface="Poppins"/>
              <a:sym typeface="Poppins"/>
            </a:endParaRPr>
          </a:p>
        </p:txBody>
      </p:sp>
      <p:sp>
        <p:nvSpPr>
          <p:cNvPr id="131" name="Google Shape;131;p4"/>
          <p:cNvSpPr/>
          <p:nvPr/>
        </p:nvSpPr>
        <p:spPr>
          <a:xfrm>
            <a:off x="7271301" y="1866571"/>
            <a:ext cx="433200" cy="433200"/>
          </a:xfrm>
          <a:prstGeom prst="roundRect">
            <a:avLst>
              <a:gd fmla="val 134383" name="adj"/>
            </a:avLst>
          </a:prstGeom>
          <a:solidFill>
            <a:schemeClr val="dk1"/>
          </a:solidFill>
          <a:ln>
            <a:noFill/>
          </a:ln>
        </p:spPr>
        <p:txBody>
          <a:bodyPr anchorCtr="0" anchor="ctr" bIns="58200" lIns="58200" spcFirstLastPara="1" rIns="58200" wrap="square" tIns="58200">
            <a:noAutofit/>
          </a:bodyPr>
          <a:lstStyle/>
          <a:p>
            <a:pPr indent="0" lvl="0" marL="0" rtl="0" algn="l">
              <a:spcBef>
                <a:spcPts val="0"/>
              </a:spcBef>
              <a:spcAft>
                <a:spcPts val="0"/>
              </a:spcAft>
              <a:buNone/>
            </a:pPr>
            <a:r>
              <a:t/>
            </a:r>
            <a:endParaRPr sz="636">
              <a:latin typeface="Poppins"/>
              <a:ea typeface="Poppins"/>
              <a:cs typeface="Poppins"/>
              <a:sym typeface="Poppins"/>
            </a:endParaRPr>
          </a:p>
        </p:txBody>
      </p:sp>
      <p:sp>
        <p:nvSpPr>
          <p:cNvPr id="132" name="Google Shape;132;p4"/>
          <p:cNvSpPr/>
          <p:nvPr/>
        </p:nvSpPr>
        <p:spPr>
          <a:xfrm>
            <a:off x="7401190" y="1974862"/>
            <a:ext cx="173100" cy="216600"/>
          </a:xfrm>
          <a:prstGeom prst="rect">
            <a:avLst/>
          </a:prstGeom>
          <a:noFill/>
          <a:ln>
            <a:noFill/>
          </a:ln>
        </p:spPr>
        <p:txBody>
          <a:bodyPr anchorCtr="0" anchor="t" bIns="0" lIns="0" spcFirstLastPara="1" rIns="0" wrap="square" tIns="0">
            <a:noAutofit/>
          </a:bodyPr>
          <a:lstStyle/>
          <a:p>
            <a:pPr indent="0" lvl="0" marL="0" marR="0" rtl="0" algn="ctr">
              <a:lnSpc>
                <a:spcPct val="161904"/>
              </a:lnSpc>
              <a:spcBef>
                <a:spcPts val="0"/>
              </a:spcBef>
              <a:spcAft>
                <a:spcPts val="0"/>
              </a:spcAft>
              <a:buClr>
                <a:srgbClr val="FFFFFF"/>
              </a:buClr>
              <a:buSzPts val="1337"/>
              <a:buFont typeface="Crimson Pro"/>
              <a:buNone/>
            </a:pPr>
            <a:r>
              <a:rPr b="1" i="0" lang="en-ID" sz="1082" u="none" cap="none" strike="noStrike">
                <a:solidFill>
                  <a:srgbClr val="FFFFFF"/>
                </a:solidFill>
                <a:latin typeface="Poppins"/>
                <a:ea typeface="Poppins"/>
                <a:cs typeface="Poppins"/>
                <a:sym typeface="Poppins"/>
              </a:rPr>
              <a:t>3</a:t>
            </a:r>
            <a:endParaRPr b="1" i="0" sz="1082" u="none" cap="none" strike="noStrike">
              <a:latin typeface="Poppins"/>
              <a:ea typeface="Poppins"/>
              <a:cs typeface="Poppins"/>
              <a:sym typeface="Poppins"/>
            </a:endParaRPr>
          </a:p>
        </p:txBody>
      </p:sp>
      <p:sp>
        <p:nvSpPr>
          <p:cNvPr id="133" name="Google Shape;133;p4"/>
          <p:cNvSpPr/>
          <p:nvPr/>
        </p:nvSpPr>
        <p:spPr>
          <a:xfrm>
            <a:off x="6201182" y="2462052"/>
            <a:ext cx="2670900" cy="20295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ID" sz="1027">
                <a:solidFill>
                  <a:srgbClr val="3F4252"/>
                </a:solidFill>
                <a:latin typeface="Poppins"/>
                <a:ea typeface="Poppins"/>
                <a:cs typeface="Poppins"/>
                <a:sym typeface="Poppins"/>
              </a:rPr>
              <a:t>Pengidentifikasian Bakat dan Minat Murid:</a:t>
            </a:r>
            <a:r>
              <a:rPr lang="en-ID" sz="1027">
                <a:solidFill>
                  <a:srgbClr val="3F4252"/>
                </a:solidFill>
                <a:latin typeface="Poppins"/>
                <a:ea typeface="Poppins"/>
                <a:cs typeface="Poppins"/>
                <a:sym typeface="Poppins"/>
              </a:rPr>
              <a:t> Kementerian melakukan proses pengidentifkasian berdasarkan data yang terkumpul melalui sistem informasi dan menjadi acuan kebijakan pengembangan bakat dan minat Murid di Satuan Pendidikan, daerah, dan nasional. (Pasal 9)</a:t>
            </a:r>
            <a:endParaRPr i="0" sz="1250" u="none" cap="none" strike="noStrike">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idx="3" type="subTitle"/>
          </p:nvPr>
        </p:nvSpPr>
        <p:spPr>
          <a:xfrm>
            <a:off x="540757" y="1685575"/>
            <a:ext cx="3988800" cy="776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400"/>
              <a:buNone/>
            </a:pPr>
            <a:r>
              <a:rPr b="1" lang="en-ID"/>
              <a:t>Kegiatan Bakat dan Minat Murid di </a:t>
            </a:r>
            <a:r>
              <a:rPr b="1" lang="en-ID"/>
              <a:t>Satuan Pendidikan (Pasal 13)</a:t>
            </a:r>
            <a:endParaRPr b="1"/>
          </a:p>
          <a:p>
            <a:pPr indent="-209550" lvl="0" marL="228600" rtl="0" algn="l">
              <a:lnSpc>
                <a:spcPct val="100000"/>
              </a:lnSpc>
              <a:spcBef>
                <a:spcPts val="0"/>
              </a:spcBef>
              <a:spcAft>
                <a:spcPts val="0"/>
              </a:spcAft>
              <a:buSzPts val="1100"/>
              <a:buFont typeface="Arial"/>
              <a:buChar char="•"/>
            </a:pPr>
            <a:r>
              <a:rPr b="1" lang="en-ID" sz="1100"/>
              <a:t>Intrakurikuler</a:t>
            </a:r>
            <a:r>
              <a:rPr lang="en-ID" sz="1100"/>
              <a:t>: </a:t>
            </a:r>
            <a:r>
              <a:rPr lang="en-ID" sz="1100"/>
              <a:t>Integrasi dalam mata pelajaran di kelas.</a:t>
            </a:r>
            <a:endParaRPr sz="1100"/>
          </a:p>
          <a:p>
            <a:pPr indent="-209550" lvl="0" marL="228600" rtl="0" algn="l">
              <a:lnSpc>
                <a:spcPct val="100000"/>
              </a:lnSpc>
              <a:spcBef>
                <a:spcPts val="0"/>
              </a:spcBef>
              <a:spcAft>
                <a:spcPts val="0"/>
              </a:spcAft>
              <a:buSzPts val="1100"/>
              <a:buFont typeface="Arial"/>
              <a:buChar char="•"/>
            </a:pPr>
            <a:r>
              <a:rPr b="1" lang="en-ID" sz="1100"/>
              <a:t>Kokurikuler</a:t>
            </a:r>
            <a:r>
              <a:rPr lang="en-ID" sz="1100"/>
              <a:t>: Pendampingan dan pelatihan khusus mengenai proyek</a:t>
            </a:r>
            <a:r>
              <a:rPr lang="en-ID" sz="1100"/>
              <a:t> murid..</a:t>
            </a:r>
            <a:endParaRPr sz="1100"/>
          </a:p>
          <a:p>
            <a:pPr indent="-209550" lvl="0" marL="228600" rtl="0" algn="l">
              <a:lnSpc>
                <a:spcPct val="100000"/>
              </a:lnSpc>
              <a:spcBef>
                <a:spcPts val="0"/>
              </a:spcBef>
              <a:spcAft>
                <a:spcPts val="0"/>
              </a:spcAft>
              <a:buSzPts val="1100"/>
              <a:buFont typeface="Arial"/>
              <a:buChar char="•"/>
            </a:pPr>
            <a:r>
              <a:rPr b="1" lang="en-ID" sz="1100"/>
              <a:t>Ekstrakurikuler</a:t>
            </a:r>
            <a:r>
              <a:rPr lang="en-ID" sz="1100"/>
              <a:t>: Kegiatan tambahan yang selaras dengan bakat dan minat murid berdasarkan hasil identifikasi.</a:t>
            </a:r>
            <a:endParaRPr sz="1100"/>
          </a:p>
        </p:txBody>
      </p:sp>
      <p:sp>
        <p:nvSpPr>
          <p:cNvPr id="139" name="Google Shape;139;p5"/>
          <p:cNvSpPr txBox="1"/>
          <p:nvPr>
            <p:ph idx="6" type="title"/>
          </p:nvPr>
        </p:nvSpPr>
        <p:spPr>
          <a:xfrm>
            <a:off x="498407" y="548995"/>
            <a:ext cx="7972500" cy="77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ID" sz="1800"/>
              <a:t>Tahap 2: Pengembangan Bakat dan Minat</a:t>
            </a:r>
            <a:endParaRPr b="0" sz="1400"/>
          </a:p>
        </p:txBody>
      </p:sp>
      <p:cxnSp>
        <p:nvCxnSpPr>
          <p:cNvPr id="140" name="Google Shape;140;p5"/>
          <p:cNvCxnSpPr/>
          <p:nvPr/>
        </p:nvCxnSpPr>
        <p:spPr>
          <a:xfrm>
            <a:off x="590556" y="996401"/>
            <a:ext cx="4499100" cy="0"/>
          </a:xfrm>
          <a:prstGeom prst="straightConnector1">
            <a:avLst/>
          </a:prstGeom>
          <a:noFill/>
          <a:ln cap="flat" cmpd="sng" w="19050">
            <a:solidFill>
              <a:schemeClr val="dk1"/>
            </a:solidFill>
            <a:prstDash val="solid"/>
            <a:round/>
            <a:headEnd len="sm" w="sm" type="none"/>
            <a:tailEnd len="sm" w="sm" type="none"/>
          </a:ln>
        </p:spPr>
      </p:cxnSp>
      <p:sp>
        <p:nvSpPr>
          <p:cNvPr id="141" name="Google Shape;141;p5"/>
          <p:cNvSpPr txBox="1"/>
          <p:nvPr>
            <p:ph idx="2" type="title"/>
          </p:nvPr>
        </p:nvSpPr>
        <p:spPr>
          <a:xfrm>
            <a:off x="498407" y="1061545"/>
            <a:ext cx="8147100" cy="5277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2500"/>
              <a:buNone/>
            </a:pPr>
            <a:r>
              <a:rPr b="1" lang="en-ID" sz="1400"/>
              <a:t>Merupakan </a:t>
            </a:r>
            <a:r>
              <a:rPr b="1" lang="en-ID" sz="1400"/>
              <a:t>upaya pembinaan dan fasilitasi terhadap Murid untuk mengembangkan bakat dan minat Murid. </a:t>
            </a:r>
            <a:r>
              <a:rPr b="1" lang="en-ID" sz="1400"/>
              <a:t>(Pasal 12 Ayat 1)</a:t>
            </a:r>
            <a:endParaRPr b="1" sz="1400"/>
          </a:p>
        </p:txBody>
      </p:sp>
      <p:cxnSp>
        <p:nvCxnSpPr>
          <p:cNvPr id="142" name="Google Shape;142;p5"/>
          <p:cNvCxnSpPr/>
          <p:nvPr/>
        </p:nvCxnSpPr>
        <p:spPr>
          <a:xfrm>
            <a:off x="625508" y="1654392"/>
            <a:ext cx="7861500" cy="0"/>
          </a:xfrm>
          <a:prstGeom prst="straightConnector1">
            <a:avLst/>
          </a:prstGeom>
          <a:noFill/>
          <a:ln cap="flat" cmpd="sng" w="9525">
            <a:solidFill>
              <a:srgbClr val="3C3F50"/>
            </a:solidFill>
            <a:prstDash val="solid"/>
            <a:round/>
            <a:headEnd len="sm" w="sm" type="none"/>
            <a:tailEnd len="sm" w="sm" type="none"/>
          </a:ln>
        </p:spPr>
      </p:cxnSp>
      <p:cxnSp>
        <p:nvCxnSpPr>
          <p:cNvPr id="143" name="Google Shape;143;p5"/>
          <p:cNvCxnSpPr/>
          <p:nvPr/>
        </p:nvCxnSpPr>
        <p:spPr>
          <a:xfrm>
            <a:off x="4582460" y="1668566"/>
            <a:ext cx="6600" cy="1893300"/>
          </a:xfrm>
          <a:prstGeom prst="straightConnector1">
            <a:avLst/>
          </a:prstGeom>
          <a:noFill/>
          <a:ln cap="flat" cmpd="sng" w="9525">
            <a:solidFill>
              <a:srgbClr val="3C3F50"/>
            </a:solidFill>
            <a:prstDash val="solid"/>
            <a:round/>
            <a:headEnd len="sm" w="sm" type="none"/>
            <a:tailEnd len="sm" w="sm" type="none"/>
          </a:ln>
        </p:spPr>
      </p:cxnSp>
      <p:sp>
        <p:nvSpPr>
          <p:cNvPr id="144" name="Google Shape;144;p5"/>
          <p:cNvSpPr txBox="1"/>
          <p:nvPr/>
        </p:nvSpPr>
        <p:spPr>
          <a:xfrm>
            <a:off x="4614350" y="1685575"/>
            <a:ext cx="4174200" cy="776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400"/>
              <a:buFont typeface="Nunito"/>
              <a:buNone/>
            </a:pPr>
            <a:r>
              <a:rPr b="1" lang="en-ID">
                <a:solidFill>
                  <a:schemeClr val="dk1"/>
                </a:solidFill>
                <a:latin typeface="Poppins"/>
                <a:ea typeface="Poppins"/>
                <a:cs typeface="Poppins"/>
                <a:sym typeface="Poppins"/>
              </a:rPr>
              <a:t>Pengembangan Bakat dan Minat Murid</a:t>
            </a:r>
            <a:r>
              <a:rPr b="1" i="0" lang="en-ID" sz="1400" u="none" cap="none" strike="noStrike">
                <a:solidFill>
                  <a:schemeClr val="dk1"/>
                </a:solidFill>
                <a:latin typeface="Poppins"/>
                <a:ea typeface="Poppins"/>
                <a:cs typeface="Poppins"/>
                <a:sym typeface="Poppins"/>
              </a:rPr>
              <a:t> (Pasal 13)</a:t>
            </a:r>
            <a:endParaRPr b="1" i="0" sz="1400" u="none" cap="none" strike="noStrike">
              <a:solidFill>
                <a:schemeClr val="dk1"/>
              </a:solidFill>
              <a:latin typeface="Poppins"/>
              <a:ea typeface="Poppins"/>
              <a:cs typeface="Poppins"/>
              <a:sym typeface="Poppins"/>
            </a:endParaRPr>
          </a:p>
          <a:p>
            <a:pPr indent="-152400" lvl="0" marL="171450" marR="0" rtl="0" algn="just">
              <a:lnSpc>
                <a:spcPct val="100000"/>
              </a:lnSpc>
              <a:spcBef>
                <a:spcPts val="0"/>
              </a:spcBef>
              <a:spcAft>
                <a:spcPts val="0"/>
              </a:spcAft>
              <a:buClr>
                <a:schemeClr val="dk1"/>
              </a:buClr>
              <a:buSzPts val="1100"/>
              <a:buFont typeface="Arial"/>
              <a:buChar char="•"/>
            </a:pPr>
            <a:r>
              <a:rPr b="1" i="0" lang="en-ID" sz="1100" u="none" cap="none" strike="noStrike">
                <a:solidFill>
                  <a:schemeClr val="dk1"/>
                </a:solidFill>
                <a:latin typeface="Poppins"/>
                <a:ea typeface="Poppins"/>
                <a:cs typeface="Poppins"/>
                <a:sym typeface="Poppins"/>
              </a:rPr>
              <a:t>Pembimbingan:</a:t>
            </a:r>
            <a:r>
              <a:rPr b="0" i="0" lang="en-ID" sz="1100" u="none" cap="none" strike="noStrike">
                <a:solidFill>
                  <a:schemeClr val="dk1"/>
                </a:solidFill>
                <a:latin typeface="Poppins"/>
                <a:ea typeface="Poppins"/>
                <a:cs typeface="Poppins"/>
                <a:sym typeface="Poppins"/>
              </a:rPr>
              <a:t> </a:t>
            </a:r>
            <a:r>
              <a:rPr lang="en-ID" sz="1100">
                <a:solidFill>
                  <a:schemeClr val="dk1"/>
                </a:solidFill>
                <a:latin typeface="Poppins"/>
                <a:ea typeface="Poppins"/>
                <a:cs typeface="Poppins"/>
                <a:sym typeface="Poppins"/>
              </a:rPr>
              <a:t>bantuan dan arahan</a:t>
            </a:r>
            <a:endParaRPr sz="1100">
              <a:solidFill>
                <a:schemeClr val="dk1"/>
              </a:solidFill>
              <a:latin typeface="Poppins"/>
              <a:ea typeface="Poppins"/>
              <a:cs typeface="Poppins"/>
              <a:sym typeface="Poppins"/>
            </a:endParaRPr>
          </a:p>
          <a:p>
            <a:pPr indent="-152400" lvl="0" marL="171450" marR="0" rtl="0" algn="just">
              <a:lnSpc>
                <a:spcPct val="100000"/>
              </a:lnSpc>
              <a:spcBef>
                <a:spcPts val="0"/>
              </a:spcBef>
              <a:spcAft>
                <a:spcPts val="0"/>
              </a:spcAft>
              <a:buClr>
                <a:schemeClr val="dk1"/>
              </a:buClr>
              <a:buSzPts val="1100"/>
              <a:buFont typeface="Arial"/>
              <a:buChar char="•"/>
            </a:pPr>
            <a:r>
              <a:rPr lang="en-ID" sz="1100">
                <a:solidFill>
                  <a:schemeClr val="dk1"/>
                </a:solidFill>
                <a:latin typeface="Poppins"/>
                <a:ea typeface="Poppins"/>
                <a:cs typeface="Poppins"/>
                <a:sym typeface="Poppins"/>
              </a:rPr>
              <a:t>kepada Murid agar mereka dapat tumbuh dan berkembang serta mengoptimalkan bakat dan minat.</a:t>
            </a:r>
            <a:endParaRPr sz="1100">
              <a:solidFill>
                <a:schemeClr val="dk1"/>
              </a:solidFill>
              <a:latin typeface="Poppins"/>
              <a:ea typeface="Poppins"/>
              <a:cs typeface="Poppins"/>
              <a:sym typeface="Poppins"/>
            </a:endParaRPr>
          </a:p>
          <a:p>
            <a:pPr indent="-152400" lvl="0" marL="171450" marR="0" rtl="0" algn="just">
              <a:lnSpc>
                <a:spcPct val="100000"/>
              </a:lnSpc>
              <a:spcBef>
                <a:spcPts val="0"/>
              </a:spcBef>
              <a:spcAft>
                <a:spcPts val="0"/>
              </a:spcAft>
              <a:buClr>
                <a:schemeClr val="dk1"/>
              </a:buClr>
              <a:buSzPts val="1100"/>
              <a:buFont typeface="Arial"/>
              <a:buChar char="•"/>
            </a:pPr>
            <a:r>
              <a:rPr b="1" i="0" lang="en-ID" sz="1100" u="none" cap="none" strike="noStrike">
                <a:solidFill>
                  <a:schemeClr val="dk1"/>
                </a:solidFill>
                <a:latin typeface="Poppins"/>
                <a:ea typeface="Poppins"/>
                <a:cs typeface="Poppins"/>
                <a:sym typeface="Poppins"/>
              </a:rPr>
              <a:t>Pendampingan:</a:t>
            </a:r>
            <a:r>
              <a:rPr b="0" i="0" lang="en-ID" sz="1100" u="none" cap="none" strike="noStrike">
                <a:solidFill>
                  <a:schemeClr val="dk1"/>
                </a:solidFill>
                <a:latin typeface="Poppins"/>
                <a:ea typeface="Poppins"/>
                <a:cs typeface="Poppins"/>
                <a:sym typeface="Poppins"/>
              </a:rPr>
              <a:t> Transfer pengetahuan</a:t>
            </a:r>
            <a:r>
              <a:rPr lang="en-ID" sz="1100">
                <a:solidFill>
                  <a:schemeClr val="dk1"/>
                </a:solidFill>
                <a:latin typeface="Poppins"/>
                <a:ea typeface="Poppins"/>
                <a:cs typeface="Poppins"/>
                <a:sym typeface="Poppins"/>
              </a:rPr>
              <a:t>, pengalaman dan keterampilan </a:t>
            </a:r>
            <a:r>
              <a:rPr b="0" i="0" lang="en-ID" sz="1100" u="none" cap="none" strike="noStrike">
                <a:solidFill>
                  <a:schemeClr val="dk1"/>
                </a:solidFill>
                <a:latin typeface="Poppins"/>
                <a:ea typeface="Poppins"/>
                <a:cs typeface="Poppins"/>
                <a:sym typeface="Poppins"/>
              </a:rPr>
              <a:t>dari pendamping berpengalaman.</a:t>
            </a:r>
            <a:endParaRPr b="0" i="0" sz="1100" u="none" cap="none" strike="noStrike">
              <a:solidFill>
                <a:schemeClr val="dk1"/>
              </a:solidFill>
              <a:latin typeface="Poppins"/>
              <a:ea typeface="Poppins"/>
              <a:cs typeface="Poppins"/>
              <a:sym typeface="Poppins"/>
            </a:endParaRPr>
          </a:p>
          <a:p>
            <a:pPr indent="-152400" lvl="0" marL="171450" marR="0" rtl="0" algn="just">
              <a:lnSpc>
                <a:spcPct val="100000"/>
              </a:lnSpc>
              <a:spcBef>
                <a:spcPts val="0"/>
              </a:spcBef>
              <a:spcAft>
                <a:spcPts val="0"/>
              </a:spcAft>
              <a:buClr>
                <a:schemeClr val="dk1"/>
              </a:buClr>
              <a:buSzPts val="1100"/>
              <a:buFont typeface="Arial"/>
              <a:buChar char="•"/>
            </a:pPr>
            <a:r>
              <a:rPr b="1" i="0" lang="en-ID" sz="1100" u="none" cap="none" strike="noStrike">
                <a:solidFill>
                  <a:schemeClr val="dk1"/>
                </a:solidFill>
                <a:latin typeface="Poppins"/>
                <a:ea typeface="Poppins"/>
                <a:cs typeface="Poppins"/>
                <a:sym typeface="Poppins"/>
              </a:rPr>
              <a:t>Pelatihan:</a:t>
            </a:r>
            <a:r>
              <a:rPr b="0" i="0" lang="en-ID" sz="1100" u="none" cap="none" strike="noStrike">
                <a:solidFill>
                  <a:schemeClr val="dk1"/>
                </a:solidFill>
                <a:latin typeface="Poppins"/>
                <a:ea typeface="Poppins"/>
                <a:cs typeface="Poppins"/>
                <a:sym typeface="Poppins"/>
              </a:rPr>
              <a:t> Memfasilitasi murid untuk </a:t>
            </a:r>
            <a:r>
              <a:rPr lang="en-ID" sz="1100">
                <a:solidFill>
                  <a:schemeClr val="dk1"/>
                </a:solidFill>
                <a:latin typeface="Poppins"/>
                <a:ea typeface="Poppins"/>
                <a:cs typeface="Poppins"/>
                <a:sym typeface="Poppins"/>
              </a:rPr>
              <a:t>m</a:t>
            </a:r>
            <a:r>
              <a:rPr b="0" i="0" lang="en-ID" sz="1100" u="none" cap="none" strike="noStrike">
                <a:solidFill>
                  <a:schemeClr val="dk1"/>
                </a:solidFill>
                <a:latin typeface="Poppins"/>
                <a:ea typeface="Poppins"/>
                <a:cs typeface="Poppins"/>
                <a:sym typeface="Poppins"/>
              </a:rPr>
              <a:t>eningkatan pengetahuan, keahlian, dan perilaku melalui metode </a:t>
            </a:r>
            <a:r>
              <a:rPr lang="en-ID" sz="1100">
                <a:solidFill>
                  <a:schemeClr val="dk1"/>
                </a:solidFill>
                <a:latin typeface="Poppins"/>
                <a:ea typeface="Poppins"/>
                <a:cs typeface="Poppins"/>
                <a:sym typeface="Poppins"/>
              </a:rPr>
              <a:t>tertentu yang dapat mendkung bakat dan minat.</a:t>
            </a:r>
            <a:endParaRPr b="0" i="0" sz="1100" u="none" cap="none" strike="noStrike">
              <a:solidFill>
                <a:schemeClr val="dk1"/>
              </a:solidFill>
              <a:latin typeface="Poppins"/>
              <a:ea typeface="Poppins"/>
              <a:cs typeface="Poppins"/>
              <a:sym typeface="Poppins"/>
            </a:endParaRPr>
          </a:p>
        </p:txBody>
      </p:sp>
      <p:cxnSp>
        <p:nvCxnSpPr>
          <p:cNvPr id="145" name="Google Shape;145;p5"/>
          <p:cNvCxnSpPr/>
          <p:nvPr/>
        </p:nvCxnSpPr>
        <p:spPr>
          <a:xfrm flipH="1" rot="10800000">
            <a:off x="498408" y="3576042"/>
            <a:ext cx="8323500" cy="35700"/>
          </a:xfrm>
          <a:prstGeom prst="straightConnector1">
            <a:avLst/>
          </a:prstGeom>
          <a:noFill/>
          <a:ln cap="flat" cmpd="sng" w="9525">
            <a:solidFill>
              <a:srgbClr val="3C3F50"/>
            </a:solidFill>
            <a:prstDash val="solid"/>
            <a:round/>
            <a:headEnd len="sm" w="sm" type="none"/>
            <a:tailEnd len="sm" w="sm" type="none"/>
          </a:ln>
        </p:spPr>
      </p:cxnSp>
      <p:sp>
        <p:nvSpPr>
          <p:cNvPr id="146" name="Google Shape;146;p5"/>
          <p:cNvSpPr txBox="1"/>
          <p:nvPr/>
        </p:nvSpPr>
        <p:spPr>
          <a:xfrm>
            <a:off x="469600" y="3730100"/>
            <a:ext cx="8381100" cy="9543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ID">
                <a:solidFill>
                  <a:schemeClr val="dk1"/>
                </a:solidFill>
                <a:latin typeface="Poppins"/>
                <a:ea typeface="Poppins"/>
                <a:cs typeface="Poppins"/>
                <a:sym typeface="Poppins"/>
              </a:rPr>
              <a:t>Pemandu Talenta</a:t>
            </a:r>
            <a:endParaRPr b="1">
              <a:solidFill>
                <a:schemeClr val="dk1"/>
              </a:solidFill>
              <a:latin typeface="Poppins"/>
              <a:ea typeface="Poppins"/>
              <a:cs typeface="Poppins"/>
              <a:sym typeface="Poppins"/>
            </a:endParaRPr>
          </a:p>
          <a:p>
            <a:pPr indent="0" lvl="0" marL="0" rtl="0" algn="ctr">
              <a:spcBef>
                <a:spcPts val="0"/>
              </a:spcBef>
              <a:spcAft>
                <a:spcPts val="0"/>
              </a:spcAft>
              <a:buNone/>
            </a:pPr>
            <a:r>
              <a:rPr lang="en-ID" sz="1200">
                <a:solidFill>
                  <a:schemeClr val="dk1"/>
                </a:solidFill>
                <a:latin typeface="Poppins"/>
                <a:ea typeface="Poppins"/>
                <a:cs typeface="Poppins"/>
                <a:sym typeface="Poppins"/>
              </a:rPr>
              <a:t>Memiliki kualifikasi, kompetensi, dan pengalaman</a:t>
            </a:r>
            <a:endParaRPr sz="1200">
              <a:solidFill>
                <a:schemeClr val="dk1"/>
              </a:solidFill>
              <a:latin typeface="Poppins"/>
              <a:ea typeface="Poppins"/>
              <a:cs typeface="Poppins"/>
              <a:sym typeface="Poppins"/>
            </a:endParaRPr>
          </a:p>
          <a:p>
            <a:pPr indent="0" lvl="0" marL="0" rtl="0" algn="ctr">
              <a:spcBef>
                <a:spcPts val="0"/>
              </a:spcBef>
              <a:spcAft>
                <a:spcPts val="0"/>
              </a:spcAft>
              <a:buNone/>
            </a:pPr>
            <a:r>
              <a:rPr lang="en-ID" sz="1200">
                <a:solidFill>
                  <a:schemeClr val="dk1"/>
                </a:solidFill>
                <a:latin typeface="Poppins"/>
                <a:ea typeface="Poppins"/>
                <a:cs typeface="Poppins"/>
                <a:sym typeface="Poppins"/>
              </a:rPr>
              <a:t>dalam mengembangkan bakat dan minat Murid serta bertugas </a:t>
            </a:r>
            <a:r>
              <a:rPr lang="en-ID" sz="1200">
                <a:solidFill>
                  <a:schemeClr val="dk1"/>
                </a:solidFill>
                <a:latin typeface="Poppins"/>
                <a:ea typeface="Poppins"/>
                <a:cs typeface="Poppins"/>
                <a:sym typeface="Poppins"/>
              </a:rPr>
              <a:t>merencanakan, melaksanakan, dan mengevaluasi </a:t>
            </a:r>
            <a:r>
              <a:rPr lang="en-ID" sz="1200">
                <a:solidFill>
                  <a:schemeClr val="dk1"/>
                </a:solidFill>
                <a:latin typeface="Poppins"/>
                <a:ea typeface="Poppins"/>
                <a:cs typeface="Poppins"/>
                <a:sym typeface="Poppins"/>
              </a:rPr>
              <a:t>pelaksanaan kegiatan pengembangan Talenta Murid.</a:t>
            </a:r>
            <a:r>
              <a:rPr lang="en-ID" sz="1200">
                <a:solidFill>
                  <a:schemeClr val="dk1"/>
                </a:solidFill>
                <a:latin typeface="Poppins"/>
                <a:ea typeface="Poppins"/>
                <a:cs typeface="Poppins"/>
                <a:sym typeface="Poppins"/>
              </a:rPr>
              <a:t> (Pasal 14 Ayat 2 dan 3) </a:t>
            </a:r>
            <a:endParaRPr sz="1100">
              <a:solidFill>
                <a:schemeClr val="dk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idx="3" type="subTitle"/>
          </p:nvPr>
        </p:nvSpPr>
        <p:spPr>
          <a:xfrm>
            <a:off x="645125" y="1870370"/>
            <a:ext cx="8249100" cy="3615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400"/>
              <a:buNone/>
            </a:pPr>
            <a:r>
              <a:rPr b="1" lang="en-ID"/>
              <a:t>Ajang Talenta (Pasal 21)</a:t>
            </a:r>
            <a:endParaRPr b="1"/>
          </a:p>
        </p:txBody>
      </p:sp>
      <p:cxnSp>
        <p:nvCxnSpPr>
          <p:cNvPr id="152" name="Google Shape;152;p6"/>
          <p:cNvCxnSpPr/>
          <p:nvPr/>
        </p:nvCxnSpPr>
        <p:spPr>
          <a:xfrm rot="10800000">
            <a:off x="3031025" y="2354525"/>
            <a:ext cx="4800600" cy="0"/>
          </a:xfrm>
          <a:prstGeom prst="straightConnector1">
            <a:avLst/>
          </a:prstGeom>
          <a:noFill/>
          <a:ln cap="flat" cmpd="sng" w="9525">
            <a:solidFill>
              <a:srgbClr val="3C3F50"/>
            </a:solidFill>
            <a:prstDash val="solid"/>
            <a:round/>
            <a:headEnd len="sm" w="sm" type="none"/>
            <a:tailEnd len="sm" w="sm" type="none"/>
          </a:ln>
        </p:spPr>
      </p:cxnSp>
      <p:cxnSp>
        <p:nvCxnSpPr>
          <p:cNvPr id="153" name="Google Shape;153;p6"/>
          <p:cNvCxnSpPr/>
          <p:nvPr/>
        </p:nvCxnSpPr>
        <p:spPr>
          <a:xfrm>
            <a:off x="3032893" y="2354531"/>
            <a:ext cx="0" cy="145800"/>
          </a:xfrm>
          <a:prstGeom prst="straightConnector1">
            <a:avLst/>
          </a:prstGeom>
          <a:noFill/>
          <a:ln cap="flat" cmpd="sng" w="9525">
            <a:solidFill>
              <a:srgbClr val="3C3F50"/>
            </a:solidFill>
            <a:prstDash val="solid"/>
            <a:round/>
            <a:headEnd len="sm" w="sm" type="none"/>
            <a:tailEnd len="med" w="med" type="triangle"/>
          </a:ln>
        </p:spPr>
      </p:cxnSp>
      <p:cxnSp>
        <p:nvCxnSpPr>
          <p:cNvPr id="154" name="Google Shape;154;p6"/>
          <p:cNvCxnSpPr/>
          <p:nvPr/>
        </p:nvCxnSpPr>
        <p:spPr>
          <a:xfrm>
            <a:off x="7825005" y="2358092"/>
            <a:ext cx="0" cy="181800"/>
          </a:xfrm>
          <a:prstGeom prst="straightConnector1">
            <a:avLst/>
          </a:prstGeom>
          <a:noFill/>
          <a:ln cap="flat" cmpd="sng" w="9525">
            <a:solidFill>
              <a:srgbClr val="3C3F50"/>
            </a:solidFill>
            <a:prstDash val="solid"/>
            <a:round/>
            <a:headEnd len="sm" w="sm" type="none"/>
            <a:tailEnd len="med" w="med" type="triangle"/>
          </a:ln>
        </p:spPr>
      </p:cxnSp>
      <p:sp>
        <p:nvSpPr>
          <p:cNvPr id="155" name="Google Shape;155;p6"/>
          <p:cNvSpPr/>
          <p:nvPr/>
        </p:nvSpPr>
        <p:spPr>
          <a:xfrm>
            <a:off x="2105871" y="2507711"/>
            <a:ext cx="1963500" cy="382800"/>
          </a:xfrm>
          <a:prstGeom prst="rect">
            <a:avLst/>
          </a:prstGeom>
          <a:solidFill>
            <a:schemeClr val="accent1"/>
          </a:solidFill>
          <a:ln cap="flat" cmpd="sng" w="25400">
            <a:solidFill>
              <a:srgbClr val="6B6B6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i="0" lang="en-ID" sz="1400" u="none" cap="none" strike="noStrike">
                <a:solidFill>
                  <a:schemeClr val="dk1"/>
                </a:solidFill>
                <a:latin typeface="Poppins"/>
                <a:ea typeface="Poppins"/>
                <a:cs typeface="Poppins"/>
                <a:sym typeface="Poppins"/>
              </a:rPr>
              <a:t>Ajang kompetisi</a:t>
            </a:r>
            <a:endParaRPr i="0" sz="1400" u="none" cap="none" strike="noStrike">
              <a:solidFill>
                <a:schemeClr val="dk1"/>
              </a:solidFill>
              <a:latin typeface="Poppins"/>
              <a:ea typeface="Poppins"/>
              <a:cs typeface="Poppins"/>
              <a:sym typeface="Poppins"/>
            </a:endParaRPr>
          </a:p>
        </p:txBody>
      </p:sp>
      <p:sp>
        <p:nvSpPr>
          <p:cNvPr id="156" name="Google Shape;156;p6"/>
          <p:cNvSpPr/>
          <p:nvPr/>
        </p:nvSpPr>
        <p:spPr>
          <a:xfrm>
            <a:off x="6843241" y="2514196"/>
            <a:ext cx="1963500" cy="382800"/>
          </a:xfrm>
          <a:prstGeom prst="rect">
            <a:avLst/>
          </a:prstGeom>
          <a:solidFill>
            <a:schemeClr val="accent1"/>
          </a:solidFill>
          <a:ln cap="flat" cmpd="sng" w="25400">
            <a:solidFill>
              <a:srgbClr val="6B6B6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i="0" lang="en-ID" sz="1400" u="none" cap="none" strike="noStrike">
                <a:solidFill>
                  <a:schemeClr val="dk1"/>
                </a:solidFill>
                <a:latin typeface="Poppins"/>
                <a:ea typeface="Poppins"/>
                <a:cs typeface="Poppins"/>
                <a:sym typeface="Poppins"/>
              </a:rPr>
              <a:t>Ajang nonkompetisi</a:t>
            </a:r>
            <a:endParaRPr i="0" sz="1400" u="none" cap="none" strike="noStrike">
              <a:solidFill>
                <a:schemeClr val="dk1"/>
              </a:solidFill>
              <a:latin typeface="Poppins"/>
              <a:ea typeface="Poppins"/>
              <a:cs typeface="Poppins"/>
              <a:sym typeface="Poppins"/>
            </a:endParaRPr>
          </a:p>
        </p:txBody>
      </p:sp>
      <p:sp>
        <p:nvSpPr>
          <p:cNvPr id="157" name="Google Shape;157;p6"/>
          <p:cNvSpPr txBox="1"/>
          <p:nvPr/>
        </p:nvSpPr>
        <p:spPr>
          <a:xfrm>
            <a:off x="273313" y="3360725"/>
            <a:ext cx="3149100" cy="14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D" sz="1100">
                <a:solidFill>
                  <a:schemeClr val="dk1"/>
                </a:solidFill>
                <a:latin typeface="Poppins"/>
                <a:ea typeface="Poppins"/>
                <a:cs typeface="Poppins"/>
                <a:sym typeface="Poppins"/>
              </a:rPr>
              <a:t>Aktualisasi talenta yang bersifat kompetisi, lomba, pertandingan, dan lainnya yang diikuti oleh Murid dan menghasilkan peringkat juara melalui proses penjurian. Contoh: lomba, pertandingan, pentas seni, eksperimen langsung, atau uji keterampilan di lokasi.</a:t>
            </a:r>
            <a:endParaRPr sz="1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chemeClr val="dk1"/>
              </a:buClr>
              <a:buSzPts val="2500"/>
              <a:buFont typeface="Questrial"/>
              <a:buNone/>
            </a:pPr>
            <a:r>
              <a:t/>
            </a:r>
            <a:endParaRPr sz="1100">
              <a:solidFill>
                <a:schemeClr val="dk1"/>
              </a:solidFill>
              <a:latin typeface="Poppins"/>
              <a:ea typeface="Poppins"/>
              <a:cs typeface="Poppins"/>
              <a:sym typeface="Poppins"/>
            </a:endParaRPr>
          </a:p>
        </p:txBody>
      </p:sp>
      <p:sp>
        <p:nvSpPr>
          <p:cNvPr id="158" name="Google Shape;158;p6"/>
          <p:cNvSpPr txBox="1"/>
          <p:nvPr/>
        </p:nvSpPr>
        <p:spPr>
          <a:xfrm>
            <a:off x="6756925" y="2952625"/>
            <a:ext cx="1922700" cy="17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D" sz="1100">
                <a:solidFill>
                  <a:schemeClr val="dk1"/>
                </a:solidFill>
                <a:latin typeface="Poppins"/>
                <a:ea typeface="Poppins"/>
                <a:cs typeface="Poppins"/>
                <a:sym typeface="Poppins"/>
              </a:rPr>
              <a:t>Pencapaian Talenta Murid yang bersifat istimewa dan berdampak positif bagi masyarakat secara luas serta mengindikasikan kualitas talenta tertentu. C</a:t>
            </a:r>
            <a:r>
              <a:rPr b="0" i="0" lang="en-ID" sz="1100" u="none" cap="none" strike="noStrike">
                <a:solidFill>
                  <a:schemeClr val="dk1"/>
                </a:solidFill>
                <a:latin typeface="Poppins"/>
                <a:ea typeface="Poppins"/>
                <a:cs typeface="Poppins"/>
                <a:sym typeface="Poppins"/>
              </a:rPr>
              <a:t>ontoh: karya inovatif, pencapaian unik. </a:t>
            </a:r>
            <a:endParaRPr b="0" i="0" sz="1100" u="none" cap="none" strike="noStrike">
              <a:solidFill>
                <a:schemeClr val="dk1"/>
              </a:solidFill>
              <a:latin typeface="Poppins"/>
              <a:ea typeface="Poppins"/>
              <a:cs typeface="Poppins"/>
              <a:sym typeface="Poppins"/>
            </a:endParaRPr>
          </a:p>
        </p:txBody>
      </p:sp>
      <p:cxnSp>
        <p:nvCxnSpPr>
          <p:cNvPr id="159" name="Google Shape;159;p6"/>
          <p:cNvCxnSpPr/>
          <p:nvPr/>
        </p:nvCxnSpPr>
        <p:spPr>
          <a:xfrm>
            <a:off x="4812720" y="2178250"/>
            <a:ext cx="0" cy="162900"/>
          </a:xfrm>
          <a:prstGeom prst="straightConnector1">
            <a:avLst/>
          </a:prstGeom>
          <a:noFill/>
          <a:ln cap="flat" cmpd="sng" w="9525">
            <a:solidFill>
              <a:schemeClr val="dk2"/>
            </a:solidFill>
            <a:prstDash val="solid"/>
            <a:round/>
            <a:headEnd len="med" w="med" type="none"/>
            <a:tailEnd len="med" w="med" type="none"/>
          </a:ln>
        </p:spPr>
      </p:cxnSp>
      <p:cxnSp>
        <p:nvCxnSpPr>
          <p:cNvPr id="160" name="Google Shape;160;p6"/>
          <p:cNvCxnSpPr/>
          <p:nvPr/>
        </p:nvCxnSpPr>
        <p:spPr>
          <a:xfrm>
            <a:off x="4769670" y="2205186"/>
            <a:ext cx="3600" cy="149100"/>
          </a:xfrm>
          <a:prstGeom prst="straightConnector1">
            <a:avLst/>
          </a:prstGeom>
          <a:noFill/>
          <a:ln cap="flat" cmpd="sng" w="9525">
            <a:solidFill>
              <a:schemeClr val="dk1"/>
            </a:solidFill>
            <a:prstDash val="solid"/>
            <a:round/>
            <a:headEnd len="med" w="med" type="none"/>
            <a:tailEnd len="med" w="med" type="none"/>
          </a:ln>
        </p:spPr>
      </p:cxnSp>
      <p:sp>
        <p:nvSpPr>
          <p:cNvPr id="161" name="Google Shape;161;p6"/>
          <p:cNvSpPr/>
          <p:nvPr/>
        </p:nvSpPr>
        <p:spPr>
          <a:xfrm>
            <a:off x="357175" y="3070025"/>
            <a:ext cx="2087100" cy="290700"/>
          </a:xfrm>
          <a:prstGeom prst="rect">
            <a:avLst/>
          </a:prstGeom>
          <a:solidFill>
            <a:schemeClr val="accent1"/>
          </a:solidFill>
          <a:ln cap="flat" cmpd="sng" w="25400">
            <a:solidFill>
              <a:srgbClr val="6B6B6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ID">
                <a:solidFill>
                  <a:schemeClr val="dk1"/>
                </a:solidFill>
                <a:latin typeface="Poppins"/>
                <a:ea typeface="Poppins"/>
                <a:cs typeface="Poppins"/>
                <a:sym typeface="Poppins"/>
              </a:rPr>
              <a:t>Kompetisi Langsung</a:t>
            </a:r>
            <a:endParaRPr i="0" sz="1400" u="none" cap="none" strike="noStrike">
              <a:solidFill>
                <a:schemeClr val="dk1"/>
              </a:solidFill>
              <a:latin typeface="Poppins"/>
              <a:ea typeface="Poppins"/>
              <a:cs typeface="Poppins"/>
              <a:sym typeface="Poppins"/>
            </a:endParaRPr>
          </a:p>
        </p:txBody>
      </p:sp>
      <p:sp>
        <p:nvSpPr>
          <p:cNvPr id="162" name="Google Shape;162;p6"/>
          <p:cNvSpPr/>
          <p:nvPr/>
        </p:nvSpPr>
        <p:spPr>
          <a:xfrm>
            <a:off x="3731576" y="3070025"/>
            <a:ext cx="2511300" cy="290700"/>
          </a:xfrm>
          <a:prstGeom prst="rect">
            <a:avLst/>
          </a:prstGeom>
          <a:solidFill>
            <a:schemeClr val="accent1"/>
          </a:solidFill>
          <a:ln cap="flat" cmpd="sng" w="25400">
            <a:solidFill>
              <a:srgbClr val="6B6B6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ID">
                <a:solidFill>
                  <a:schemeClr val="dk1"/>
                </a:solidFill>
                <a:latin typeface="Poppins"/>
                <a:ea typeface="Poppins"/>
                <a:cs typeface="Poppins"/>
                <a:sym typeface="Poppins"/>
              </a:rPr>
              <a:t>Kompetisi Tidak Langsung</a:t>
            </a:r>
            <a:endParaRPr i="0" sz="1400" u="none" cap="none" strike="noStrike">
              <a:solidFill>
                <a:schemeClr val="dk1"/>
              </a:solidFill>
              <a:latin typeface="Poppins"/>
              <a:ea typeface="Poppins"/>
              <a:cs typeface="Poppins"/>
              <a:sym typeface="Poppins"/>
            </a:endParaRPr>
          </a:p>
        </p:txBody>
      </p:sp>
      <p:sp>
        <p:nvSpPr>
          <p:cNvPr id="163" name="Google Shape;163;p6"/>
          <p:cNvSpPr txBox="1"/>
          <p:nvPr/>
        </p:nvSpPr>
        <p:spPr>
          <a:xfrm>
            <a:off x="3654700" y="3360725"/>
            <a:ext cx="2617200" cy="9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D" sz="1100">
                <a:solidFill>
                  <a:schemeClr val="dk1"/>
                </a:solidFill>
                <a:latin typeface="Poppins"/>
                <a:ea typeface="Poppins"/>
                <a:cs typeface="Poppins"/>
                <a:sym typeface="Poppins"/>
              </a:rPr>
              <a:t>Aktualisasi talenta yang kepesertaannya mengindikasikan tuntutan kualitas talenta tertentu yang diputuskan melalu proses seleksi dan tidak menghasilkan peringkat juara. Contoh: performa atau karya Talenta Murid</a:t>
            </a:r>
            <a:endParaRPr sz="1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chemeClr val="dk1"/>
              </a:buClr>
              <a:buSzPts val="2500"/>
              <a:buFont typeface="Questrial"/>
              <a:buNone/>
            </a:pPr>
            <a:r>
              <a:t/>
            </a:r>
            <a:endParaRPr sz="1100">
              <a:solidFill>
                <a:schemeClr val="dk1"/>
              </a:solidFill>
              <a:latin typeface="Poppins"/>
              <a:ea typeface="Poppins"/>
              <a:cs typeface="Poppins"/>
              <a:sym typeface="Poppins"/>
            </a:endParaRPr>
          </a:p>
        </p:txBody>
      </p:sp>
      <p:cxnSp>
        <p:nvCxnSpPr>
          <p:cNvPr id="164" name="Google Shape;164;p6"/>
          <p:cNvCxnSpPr/>
          <p:nvPr/>
        </p:nvCxnSpPr>
        <p:spPr>
          <a:xfrm>
            <a:off x="4069371" y="2705819"/>
            <a:ext cx="1028400" cy="0"/>
          </a:xfrm>
          <a:prstGeom prst="straightConnector1">
            <a:avLst/>
          </a:prstGeom>
          <a:noFill/>
          <a:ln cap="flat" cmpd="sng" w="9525">
            <a:solidFill>
              <a:srgbClr val="191919"/>
            </a:solidFill>
            <a:prstDash val="solid"/>
            <a:round/>
            <a:headEnd len="med" w="med" type="none"/>
            <a:tailEnd len="med" w="med" type="none"/>
          </a:ln>
        </p:spPr>
      </p:cxnSp>
      <p:cxnSp>
        <p:nvCxnSpPr>
          <p:cNvPr id="165" name="Google Shape;165;p6"/>
          <p:cNvCxnSpPr/>
          <p:nvPr/>
        </p:nvCxnSpPr>
        <p:spPr>
          <a:xfrm>
            <a:off x="1335675" y="2710275"/>
            <a:ext cx="763200" cy="0"/>
          </a:xfrm>
          <a:prstGeom prst="straightConnector1">
            <a:avLst/>
          </a:prstGeom>
          <a:noFill/>
          <a:ln cap="flat" cmpd="sng" w="9525">
            <a:solidFill>
              <a:srgbClr val="191919"/>
            </a:solidFill>
            <a:prstDash val="solid"/>
            <a:round/>
            <a:headEnd len="med" w="med" type="none"/>
            <a:tailEnd len="med" w="med" type="none"/>
          </a:ln>
        </p:spPr>
      </p:cxnSp>
      <p:cxnSp>
        <p:nvCxnSpPr>
          <p:cNvPr id="166" name="Google Shape;166;p6"/>
          <p:cNvCxnSpPr/>
          <p:nvPr/>
        </p:nvCxnSpPr>
        <p:spPr>
          <a:xfrm>
            <a:off x="1329840" y="2705360"/>
            <a:ext cx="6600" cy="308700"/>
          </a:xfrm>
          <a:prstGeom prst="straightConnector1">
            <a:avLst/>
          </a:prstGeom>
          <a:noFill/>
          <a:ln cap="flat" cmpd="sng" w="9525">
            <a:solidFill>
              <a:srgbClr val="3C3F50"/>
            </a:solidFill>
            <a:prstDash val="solid"/>
            <a:round/>
            <a:headEnd len="sm" w="sm" type="none"/>
            <a:tailEnd len="med" w="med" type="triangle"/>
          </a:ln>
        </p:spPr>
      </p:cxnSp>
      <p:cxnSp>
        <p:nvCxnSpPr>
          <p:cNvPr id="167" name="Google Shape;167;p6"/>
          <p:cNvCxnSpPr/>
          <p:nvPr/>
        </p:nvCxnSpPr>
        <p:spPr>
          <a:xfrm>
            <a:off x="5096603" y="2700647"/>
            <a:ext cx="6600" cy="308700"/>
          </a:xfrm>
          <a:prstGeom prst="straightConnector1">
            <a:avLst/>
          </a:prstGeom>
          <a:noFill/>
          <a:ln cap="flat" cmpd="sng" w="9525">
            <a:solidFill>
              <a:srgbClr val="3C3F50"/>
            </a:solidFill>
            <a:prstDash val="solid"/>
            <a:round/>
            <a:headEnd len="sm" w="sm" type="none"/>
            <a:tailEnd len="med" w="med" type="triangle"/>
          </a:ln>
        </p:spPr>
      </p:cxnSp>
      <p:sp>
        <p:nvSpPr>
          <p:cNvPr id="168" name="Google Shape;168;p6"/>
          <p:cNvSpPr txBox="1"/>
          <p:nvPr>
            <p:ph idx="6" type="title"/>
          </p:nvPr>
        </p:nvSpPr>
        <p:spPr>
          <a:xfrm>
            <a:off x="498400" y="548998"/>
            <a:ext cx="7972500" cy="4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3000"/>
              <a:buNone/>
            </a:pPr>
            <a:r>
              <a:rPr lang="en-ID" sz="1800"/>
              <a:t>Tahap 3: Aktualisasi Talenta Murid</a:t>
            </a:r>
            <a:endParaRPr sz="1800"/>
          </a:p>
        </p:txBody>
      </p:sp>
      <p:cxnSp>
        <p:nvCxnSpPr>
          <p:cNvPr id="169" name="Google Shape;169;p6"/>
          <p:cNvCxnSpPr/>
          <p:nvPr/>
        </p:nvCxnSpPr>
        <p:spPr>
          <a:xfrm>
            <a:off x="590556" y="996401"/>
            <a:ext cx="4499100" cy="0"/>
          </a:xfrm>
          <a:prstGeom prst="straightConnector1">
            <a:avLst/>
          </a:prstGeom>
          <a:noFill/>
          <a:ln cap="flat" cmpd="sng" w="19050">
            <a:solidFill>
              <a:schemeClr val="dk1"/>
            </a:solidFill>
            <a:prstDash val="solid"/>
            <a:round/>
            <a:headEnd len="sm" w="sm" type="none"/>
            <a:tailEnd len="sm" w="sm" type="none"/>
          </a:ln>
        </p:spPr>
      </p:cxnSp>
      <p:sp>
        <p:nvSpPr>
          <p:cNvPr id="170" name="Google Shape;170;p6"/>
          <p:cNvSpPr txBox="1"/>
          <p:nvPr>
            <p:ph idx="2" type="title"/>
          </p:nvPr>
        </p:nvSpPr>
        <p:spPr>
          <a:xfrm>
            <a:off x="498407" y="1061545"/>
            <a:ext cx="81471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500"/>
              <a:buNone/>
            </a:pPr>
            <a:r>
              <a:rPr b="1" lang="en-ID" sz="1400"/>
              <a:t>Wadah bagi Murid untuk menunjukkan kemampuan terbaik sesuai bakat</a:t>
            </a:r>
            <a:endParaRPr b="1" sz="1400"/>
          </a:p>
          <a:p>
            <a:pPr indent="0" lvl="0" marL="0" rtl="0" algn="l">
              <a:spcBef>
                <a:spcPts val="0"/>
              </a:spcBef>
              <a:spcAft>
                <a:spcPts val="0"/>
              </a:spcAft>
              <a:buSzPts val="2500"/>
              <a:buNone/>
            </a:pPr>
            <a:r>
              <a:rPr b="1" lang="en-ID" sz="1400"/>
              <a:t>dan minat serta dilakukan melalui penyelenggaran Ajang Talenta Murid (Pasal 20)</a:t>
            </a:r>
            <a:endParaRPr b="1"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7"/>
          <p:cNvSpPr/>
          <p:nvPr/>
        </p:nvSpPr>
        <p:spPr>
          <a:xfrm>
            <a:off x="4676025" y="3640550"/>
            <a:ext cx="3883800" cy="860700"/>
          </a:xfrm>
          <a:prstGeom prst="roundRect">
            <a:avLst>
              <a:gd fmla="val 16667" name="adj"/>
            </a:avLst>
          </a:prstGeom>
          <a:solidFill>
            <a:schemeClr val="accent1"/>
          </a:solidFill>
          <a:ln cap="flat" cmpd="sng" w="25400">
            <a:solidFill>
              <a:srgbClr val="6B6B6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6" name="Google Shape;176;p7"/>
          <p:cNvSpPr/>
          <p:nvPr/>
        </p:nvSpPr>
        <p:spPr>
          <a:xfrm>
            <a:off x="4676025" y="2437975"/>
            <a:ext cx="3883800" cy="1091100"/>
          </a:xfrm>
          <a:prstGeom prst="roundRect">
            <a:avLst>
              <a:gd fmla="val 16667" name="adj"/>
            </a:avLst>
          </a:prstGeom>
          <a:solidFill>
            <a:schemeClr val="accent1"/>
          </a:solidFill>
          <a:ln cap="flat" cmpd="sng" w="25400">
            <a:solidFill>
              <a:srgbClr val="6B6B6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7" name="Google Shape;177;p7"/>
          <p:cNvSpPr/>
          <p:nvPr/>
        </p:nvSpPr>
        <p:spPr>
          <a:xfrm>
            <a:off x="772650" y="3640575"/>
            <a:ext cx="3586200" cy="860700"/>
          </a:xfrm>
          <a:prstGeom prst="roundRect">
            <a:avLst>
              <a:gd fmla="val 16667" name="adj"/>
            </a:avLst>
          </a:prstGeom>
          <a:solidFill>
            <a:schemeClr val="accent1"/>
          </a:solidFill>
          <a:ln cap="flat" cmpd="sng" w="25400">
            <a:solidFill>
              <a:srgbClr val="6B6B6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8" name="Google Shape;178;p7"/>
          <p:cNvSpPr/>
          <p:nvPr/>
        </p:nvSpPr>
        <p:spPr>
          <a:xfrm>
            <a:off x="772655" y="2477159"/>
            <a:ext cx="3586200" cy="860700"/>
          </a:xfrm>
          <a:prstGeom prst="roundRect">
            <a:avLst>
              <a:gd fmla="val 16667" name="adj"/>
            </a:avLst>
          </a:prstGeom>
          <a:solidFill>
            <a:schemeClr val="accent1"/>
          </a:solidFill>
          <a:ln cap="flat" cmpd="sng" w="25400">
            <a:solidFill>
              <a:srgbClr val="6B6B6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9" name="Google Shape;179;p7"/>
          <p:cNvSpPr txBox="1"/>
          <p:nvPr>
            <p:ph type="title"/>
          </p:nvPr>
        </p:nvSpPr>
        <p:spPr>
          <a:xfrm>
            <a:off x="1733524" y="2483638"/>
            <a:ext cx="2443500" cy="52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ID" sz="1800"/>
              <a:t>Karier Belajar</a:t>
            </a:r>
            <a:endParaRPr sz="1800"/>
          </a:p>
        </p:txBody>
      </p:sp>
      <p:sp>
        <p:nvSpPr>
          <p:cNvPr id="180" name="Google Shape;180;p7"/>
          <p:cNvSpPr txBox="1"/>
          <p:nvPr>
            <p:ph idx="1" type="subTitle"/>
          </p:nvPr>
        </p:nvSpPr>
        <p:spPr>
          <a:xfrm>
            <a:off x="1727175" y="2835775"/>
            <a:ext cx="2736000" cy="48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ID" sz="1100"/>
              <a:t>Mendukung pendidikan Talenta Murid. (Pasal 35 Ayat 1)</a:t>
            </a:r>
            <a:endParaRPr sz="1100"/>
          </a:p>
        </p:txBody>
      </p:sp>
      <p:sp>
        <p:nvSpPr>
          <p:cNvPr id="181" name="Google Shape;181;p7"/>
          <p:cNvSpPr txBox="1"/>
          <p:nvPr>
            <p:ph idx="2" type="title"/>
          </p:nvPr>
        </p:nvSpPr>
        <p:spPr>
          <a:xfrm>
            <a:off x="5461546" y="2395945"/>
            <a:ext cx="2443500" cy="52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ID" sz="1800"/>
              <a:t>Karier Bekerja</a:t>
            </a:r>
            <a:endParaRPr sz="1800"/>
          </a:p>
        </p:txBody>
      </p:sp>
      <p:sp>
        <p:nvSpPr>
          <p:cNvPr id="182" name="Google Shape;182;p7"/>
          <p:cNvSpPr txBox="1"/>
          <p:nvPr>
            <p:ph idx="3" type="subTitle"/>
          </p:nvPr>
        </p:nvSpPr>
        <p:spPr>
          <a:xfrm>
            <a:off x="5461550" y="2705050"/>
            <a:ext cx="3034800" cy="62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D" sz="1000"/>
              <a:t>Mendukung kesempatan bekerja dari</a:t>
            </a:r>
            <a:endParaRPr sz="1000"/>
          </a:p>
          <a:p>
            <a:pPr indent="0" lvl="0" marL="0" rtl="0" algn="l">
              <a:spcBef>
                <a:spcPts val="0"/>
              </a:spcBef>
              <a:spcAft>
                <a:spcPts val="0"/>
              </a:spcAft>
              <a:buNone/>
            </a:pPr>
            <a:r>
              <a:rPr lang="en-ID" sz="1000"/>
              <a:t>Talenta Murid sesuai dengan ketentuan peraturan Perundang-undangan. </a:t>
            </a:r>
            <a:r>
              <a:rPr lang="en-ID" sz="1000"/>
              <a:t>(Pasal 35 Ayat 2)</a:t>
            </a:r>
            <a:endParaRPr sz="1000"/>
          </a:p>
          <a:p>
            <a:pPr indent="0" lvl="0" marL="0" rtl="0" algn="l">
              <a:spcBef>
                <a:spcPts val="0"/>
              </a:spcBef>
              <a:spcAft>
                <a:spcPts val="0"/>
              </a:spcAft>
              <a:buNone/>
            </a:pPr>
            <a:r>
              <a:t/>
            </a:r>
            <a:endParaRPr sz="1000"/>
          </a:p>
          <a:p>
            <a:pPr indent="0" lvl="0" marL="0" rtl="0" algn="l">
              <a:lnSpc>
                <a:spcPct val="100000"/>
              </a:lnSpc>
              <a:spcBef>
                <a:spcPts val="0"/>
              </a:spcBef>
              <a:spcAft>
                <a:spcPts val="0"/>
              </a:spcAft>
              <a:buSzPts val="1400"/>
              <a:buNone/>
            </a:pPr>
            <a:r>
              <a:t/>
            </a:r>
            <a:endParaRPr sz="1000"/>
          </a:p>
        </p:txBody>
      </p:sp>
      <p:sp>
        <p:nvSpPr>
          <p:cNvPr id="183" name="Google Shape;183;p7"/>
          <p:cNvSpPr txBox="1"/>
          <p:nvPr>
            <p:ph idx="4" type="title"/>
          </p:nvPr>
        </p:nvSpPr>
        <p:spPr>
          <a:xfrm>
            <a:off x="1693674" y="3640586"/>
            <a:ext cx="2736000" cy="52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ID" sz="1800"/>
              <a:t>Pembinaan Lanjutan</a:t>
            </a:r>
            <a:endParaRPr sz="1800"/>
          </a:p>
        </p:txBody>
      </p:sp>
      <p:sp>
        <p:nvSpPr>
          <p:cNvPr id="184" name="Google Shape;184;p7"/>
          <p:cNvSpPr txBox="1"/>
          <p:nvPr>
            <p:ph idx="5" type="subTitle"/>
          </p:nvPr>
        </p:nvSpPr>
        <p:spPr>
          <a:xfrm>
            <a:off x="1693674" y="3991996"/>
            <a:ext cx="25944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D" sz="1100"/>
              <a:t>Meningkatkan kompetensi</a:t>
            </a:r>
            <a:endParaRPr sz="1100"/>
          </a:p>
          <a:p>
            <a:pPr indent="0" lvl="0" marL="0" rtl="0" algn="l">
              <a:spcBef>
                <a:spcPts val="0"/>
              </a:spcBef>
              <a:spcAft>
                <a:spcPts val="0"/>
              </a:spcAft>
              <a:buNone/>
            </a:pPr>
            <a:r>
              <a:rPr lang="en-ID" sz="1100"/>
              <a:t>Talenta Murid. </a:t>
            </a:r>
            <a:r>
              <a:rPr lang="en-ID" sz="1100"/>
              <a:t>(Pasal 35 Ayat 3)</a:t>
            </a:r>
            <a:endParaRPr sz="1100"/>
          </a:p>
          <a:p>
            <a:pPr indent="0" lvl="0" marL="0" rtl="0" algn="l">
              <a:spcBef>
                <a:spcPts val="0"/>
              </a:spcBef>
              <a:spcAft>
                <a:spcPts val="0"/>
              </a:spcAft>
              <a:buNone/>
            </a:pPr>
            <a:r>
              <a:t/>
            </a:r>
            <a:endParaRPr sz="1100"/>
          </a:p>
          <a:p>
            <a:pPr indent="0" lvl="0" marL="0" rtl="0" algn="l">
              <a:lnSpc>
                <a:spcPct val="100000"/>
              </a:lnSpc>
              <a:spcBef>
                <a:spcPts val="0"/>
              </a:spcBef>
              <a:spcAft>
                <a:spcPts val="0"/>
              </a:spcAft>
              <a:buSzPts val="1400"/>
              <a:buNone/>
            </a:pPr>
            <a:r>
              <a:t/>
            </a:r>
            <a:endParaRPr sz="1100"/>
          </a:p>
        </p:txBody>
      </p:sp>
      <p:sp>
        <p:nvSpPr>
          <p:cNvPr id="185" name="Google Shape;185;p7"/>
          <p:cNvSpPr txBox="1"/>
          <p:nvPr>
            <p:ph idx="6" type="title"/>
          </p:nvPr>
        </p:nvSpPr>
        <p:spPr>
          <a:xfrm>
            <a:off x="5470104" y="3675764"/>
            <a:ext cx="2426400" cy="52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ID" sz="1800"/>
              <a:t>Kesejahteraan</a:t>
            </a:r>
            <a:endParaRPr sz="1800"/>
          </a:p>
        </p:txBody>
      </p:sp>
      <p:sp>
        <p:nvSpPr>
          <p:cNvPr id="186" name="Google Shape;186;p7"/>
          <p:cNvSpPr txBox="1"/>
          <p:nvPr>
            <p:ph idx="7" type="subTitle"/>
          </p:nvPr>
        </p:nvSpPr>
        <p:spPr>
          <a:xfrm>
            <a:off x="5461550" y="3992000"/>
            <a:ext cx="3034800" cy="48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ID" sz="1000"/>
              <a:t>Meningkatkan dan/atau membantu kualitas hidup Talenta Murid. </a:t>
            </a:r>
            <a:r>
              <a:rPr lang="en-ID" sz="1000"/>
              <a:t>(Pasal 35 Ayat 4)</a:t>
            </a:r>
            <a:endParaRPr sz="1000"/>
          </a:p>
          <a:p>
            <a:pPr indent="0" lvl="0" marL="0" rtl="0" algn="l">
              <a:lnSpc>
                <a:spcPct val="100000"/>
              </a:lnSpc>
              <a:spcBef>
                <a:spcPts val="0"/>
              </a:spcBef>
              <a:spcAft>
                <a:spcPts val="0"/>
              </a:spcAft>
              <a:buSzPts val="1400"/>
              <a:buNone/>
            </a:pPr>
            <a:r>
              <a:t/>
            </a:r>
            <a:endParaRPr sz="1000"/>
          </a:p>
        </p:txBody>
      </p:sp>
      <p:sp>
        <p:nvSpPr>
          <p:cNvPr id="187" name="Google Shape;187;p7"/>
          <p:cNvSpPr txBox="1"/>
          <p:nvPr>
            <p:ph idx="8" type="title"/>
          </p:nvPr>
        </p:nvSpPr>
        <p:spPr>
          <a:xfrm>
            <a:off x="720000" y="65768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ID" sz="2400"/>
              <a:t>Tahap 4: Apresiasi Talenta Murid</a:t>
            </a:r>
            <a:endParaRPr b="0" sz="2400"/>
          </a:p>
        </p:txBody>
      </p:sp>
      <p:cxnSp>
        <p:nvCxnSpPr>
          <p:cNvPr id="188" name="Google Shape;188;p7"/>
          <p:cNvCxnSpPr/>
          <p:nvPr/>
        </p:nvCxnSpPr>
        <p:spPr>
          <a:xfrm>
            <a:off x="802850" y="1245992"/>
            <a:ext cx="5128200" cy="0"/>
          </a:xfrm>
          <a:prstGeom prst="straightConnector1">
            <a:avLst/>
          </a:prstGeom>
          <a:noFill/>
          <a:ln cap="flat" cmpd="sng" w="19050">
            <a:solidFill>
              <a:schemeClr val="dk1"/>
            </a:solidFill>
            <a:prstDash val="solid"/>
            <a:round/>
            <a:headEnd len="sm" w="sm" type="none"/>
            <a:tailEnd len="sm" w="sm" type="none"/>
          </a:ln>
        </p:spPr>
      </p:cxnSp>
      <p:sp>
        <p:nvSpPr>
          <p:cNvPr id="189" name="Google Shape;189;p7"/>
          <p:cNvSpPr txBox="1"/>
          <p:nvPr/>
        </p:nvSpPr>
        <p:spPr>
          <a:xfrm>
            <a:off x="812499" y="1295222"/>
            <a:ext cx="7972506" cy="52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500"/>
              <a:buFont typeface="Questrial"/>
              <a:buNone/>
            </a:pPr>
            <a:r>
              <a:rPr b="1" i="0" lang="en-ID" sz="1400" u="none" cap="none" strike="noStrike">
                <a:solidFill>
                  <a:schemeClr val="dk1"/>
                </a:solidFill>
                <a:latin typeface="Poppins"/>
                <a:ea typeface="Poppins"/>
                <a:cs typeface="Poppins"/>
                <a:sym typeface="Poppins"/>
              </a:rPr>
              <a:t>Merupakan bentuk penghargaan atas kemampuan terbaik yang dimiliki dan ditunjukkan oleh Talenta Murid. (Pasal 34 Ayat 1)</a:t>
            </a:r>
            <a:endParaRPr b="1" i="0" sz="1400" u="none" cap="none" strike="noStrike">
              <a:solidFill>
                <a:schemeClr val="dk1"/>
              </a:solidFill>
              <a:latin typeface="Poppins"/>
              <a:ea typeface="Poppins"/>
              <a:cs typeface="Poppins"/>
              <a:sym typeface="Poppins"/>
            </a:endParaRPr>
          </a:p>
        </p:txBody>
      </p:sp>
      <p:sp>
        <p:nvSpPr>
          <p:cNvPr id="190" name="Google Shape;190;p7"/>
          <p:cNvSpPr txBox="1"/>
          <p:nvPr/>
        </p:nvSpPr>
        <p:spPr>
          <a:xfrm>
            <a:off x="772650" y="1911222"/>
            <a:ext cx="8272200" cy="438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500"/>
              <a:buFont typeface="Questrial"/>
              <a:buNone/>
            </a:pPr>
            <a:r>
              <a:rPr lang="en-ID" sz="1500">
                <a:solidFill>
                  <a:schemeClr val="dk1"/>
                </a:solidFill>
                <a:latin typeface="Poppins"/>
                <a:ea typeface="Poppins"/>
                <a:cs typeface="Poppins"/>
                <a:sym typeface="Poppins"/>
              </a:rPr>
              <a:t>Apresiasi Talenta Murid berupa</a:t>
            </a:r>
            <a:r>
              <a:rPr b="0" i="0" lang="en-ID" sz="1500" u="none" cap="none" strike="noStrike">
                <a:solidFill>
                  <a:schemeClr val="dk1"/>
                </a:solidFill>
                <a:latin typeface="Poppins"/>
                <a:ea typeface="Poppins"/>
                <a:cs typeface="Poppins"/>
                <a:sym typeface="Poppins"/>
              </a:rPr>
              <a:t> fasilitasi</a:t>
            </a:r>
            <a:r>
              <a:rPr lang="en-ID" sz="1500">
                <a:solidFill>
                  <a:schemeClr val="dk1"/>
                </a:solidFill>
                <a:latin typeface="Poppins"/>
                <a:ea typeface="Poppins"/>
                <a:cs typeface="Poppins"/>
                <a:sym typeface="Poppins"/>
              </a:rPr>
              <a:t>: </a:t>
            </a:r>
            <a:r>
              <a:rPr b="0" i="0" lang="en-ID" sz="1500" u="none" cap="none" strike="noStrike">
                <a:solidFill>
                  <a:schemeClr val="dk1"/>
                </a:solidFill>
                <a:latin typeface="Poppins"/>
                <a:ea typeface="Poppins"/>
                <a:cs typeface="Poppins"/>
                <a:sym typeface="Poppins"/>
              </a:rPr>
              <a:t>(Pasal 34 Ayat 2)</a:t>
            </a:r>
            <a:endParaRPr b="1" i="0" sz="1500" u="none" cap="none" strike="noStrike">
              <a:solidFill>
                <a:schemeClr val="dk1"/>
              </a:solidFill>
              <a:latin typeface="Poppins"/>
              <a:ea typeface="Poppins"/>
              <a:cs typeface="Poppins"/>
              <a:sym typeface="Poppins"/>
            </a:endParaRPr>
          </a:p>
        </p:txBody>
      </p:sp>
      <p:pic>
        <p:nvPicPr>
          <p:cNvPr id="191" name="Google Shape;191;p7" title="Layer 7.png"/>
          <p:cNvPicPr preferRelativeResize="0"/>
          <p:nvPr/>
        </p:nvPicPr>
        <p:blipFill>
          <a:blip r:embed="rId3">
            <a:alphaModFix/>
          </a:blip>
          <a:stretch>
            <a:fillRect/>
          </a:stretch>
        </p:blipFill>
        <p:spPr>
          <a:xfrm>
            <a:off x="990709" y="2572636"/>
            <a:ext cx="742826" cy="669669"/>
          </a:xfrm>
          <a:prstGeom prst="rect">
            <a:avLst/>
          </a:prstGeom>
          <a:noFill/>
          <a:ln>
            <a:noFill/>
          </a:ln>
        </p:spPr>
      </p:pic>
      <p:pic>
        <p:nvPicPr>
          <p:cNvPr id="192" name="Google Shape;192;p7" title="Layer 29.png"/>
          <p:cNvPicPr preferRelativeResize="0"/>
          <p:nvPr/>
        </p:nvPicPr>
        <p:blipFill>
          <a:blip r:embed="rId4">
            <a:alphaModFix/>
          </a:blip>
          <a:stretch>
            <a:fillRect/>
          </a:stretch>
        </p:blipFill>
        <p:spPr>
          <a:xfrm>
            <a:off x="4870785" y="3742422"/>
            <a:ext cx="599326" cy="619022"/>
          </a:xfrm>
          <a:prstGeom prst="rect">
            <a:avLst/>
          </a:prstGeom>
          <a:noFill/>
          <a:ln>
            <a:noFill/>
          </a:ln>
        </p:spPr>
      </p:pic>
      <p:pic>
        <p:nvPicPr>
          <p:cNvPr id="193" name="Google Shape;193;p7" title="Layer 37.png"/>
          <p:cNvPicPr preferRelativeResize="0"/>
          <p:nvPr/>
        </p:nvPicPr>
        <p:blipFill>
          <a:blip r:embed="rId5">
            <a:alphaModFix/>
          </a:blip>
          <a:stretch>
            <a:fillRect/>
          </a:stretch>
        </p:blipFill>
        <p:spPr>
          <a:xfrm>
            <a:off x="4849869" y="2670359"/>
            <a:ext cx="600732" cy="649973"/>
          </a:xfrm>
          <a:prstGeom prst="rect">
            <a:avLst/>
          </a:prstGeom>
          <a:noFill/>
          <a:ln>
            <a:noFill/>
          </a:ln>
        </p:spPr>
      </p:pic>
      <p:pic>
        <p:nvPicPr>
          <p:cNvPr id="194" name="Google Shape;194;p7" title="Layer 39.png"/>
          <p:cNvPicPr preferRelativeResize="0"/>
          <p:nvPr/>
        </p:nvPicPr>
        <p:blipFill rotWithShape="1">
          <a:blip r:embed="rId6">
            <a:alphaModFix/>
          </a:blip>
          <a:srcRect b="0" l="0" r="0" t="0"/>
          <a:stretch/>
        </p:blipFill>
        <p:spPr>
          <a:xfrm>
            <a:off x="933125" y="3736088"/>
            <a:ext cx="670418" cy="6696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8"/>
          <p:cNvSpPr txBox="1"/>
          <p:nvPr>
            <p:ph idx="3" type="subTitle"/>
          </p:nvPr>
        </p:nvSpPr>
        <p:spPr>
          <a:xfrm>
            <a:off x="537275" y="2437625"/>
            <a:ext cx="2489700" cy="11925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ID" sz="1200"/>
              <a:t>Kapitalisasi Talenta Murid:  </a:t>
            </a:r>
            <a:r>
              <a:rPr lang="en-ID" sz="1200"/>
              <a:t>Merupakan pemberdayaan Talenta Murid dan karya Talenta Murid.</a:t>
            </a:r>
            <a:r>
              <a:rPr lang="en-ID" sz="1200"/>
              <a:t> (Ayat 1)</a:t>
            </a:r>
            <a:endParaRPr sz="1200"/>
          </a:p>
          <a:p>
            <a:pPr indent="0" lvl="0" marL="0" rtl="0" algn="just">
              <a:lnSpc>
                <a:spcPct val="150000"/>
              </a:lnSpc>
              <a:spcBef>
                <a:spcPts val="0"/>
              </a:spcBef>
              <a:spcAft>
                <a:spcPts val="0"/>
              </a:spcAft>
              <a:buNone/>
            </a:pPr>
            <a:r>
              <a:t/>
            </a:r>
            <a:endParaRPr b="1" sz="1200"/>
          </a:p>
          <a:p>
            <a:pPr indent="0" lvl="0" marL="0" rtl="0" algn="just">
              <a:lnSpc>
                <a:spcPct val="150000"/>
              </a:lnSpc>
              <a:spcBef>
                <a:spcPts val="0"/>
              </a:spcBef>
              <a:spcAft>
                <a:spcPts val="0"/>
              </a:spcAft>
              <a:buSzPts val="1400"/>
              <a:buNone/>
            </a:pPr>
            <a:r>
              <a:t/>
            </a:r>
            <a:endParaRPr b="1" sz="1200"/>
          </a:p>
        </p:txBody>
      </p:sp>
      <p:sp>
        <p:nvSpPr>
          <p:cNvPr id="200" name="Google Shape;200;p8"/>
          <p:cNvSpPr txBox="1"/>
          <p:nvPr>
            <p:ph idx="6" type="title"/>
          </p:nvPr>
        </p:nvSpPr>
        <p:spPr>
          <a:xfrm>
            <a:off x="710750" y="900696"/>
            <a:ext cx="7972500" cy="43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ID" sz="1800"/>
              <a:t>Tahap 5: Kapitalisasi Talenta Murid (Pasal 37) </a:t>
            </a:r>
            <a:endParaRPr b="0" sz="1400"/>
          </a:p>
        </p:txBody>
      </p:sp>
      <p:cxnSp>
        <p:nvCxnSpPr>
          <p:cNvPr id="201" name="Google Shape;201;p8"/>
          <p:cNvCxnSpPr/>
          <p:nvPr/>
        </p:nvCxnSpPr>
        <p:spPr>
          <a:xfrm>
            <a:off x="812499" y="1384969"/>
            <a:ext cx="5220000" cy="0"/>
          </a:xfrm>
          <a:prstGeom prst="straightConnector1">
            <a:avLst/>
          </a:prstGeom>
          <a:noFill/>
          <a:ln cap="flat" cmpd="sng" w="19050">
            <a:solidFill>
              <a:schemeClr val="dk1"/>
            </a:solidFill>
            <a:prstDash val="solid"/>
            <a:round/>
            <a:headEnd len="sm" w="sm" type="none"/>
            <a:tailEnd len="sm" w="sm" type="none"/>
          </a:ln>
        </p:spPr>
      </p:cxnSp>
      <p:sp>
        <p:nvSpPr>
          <p:cNvPr id="202" name="Google Shape;202;p8"/>
          <p:cNvSpPr txBox="1"/>
          <p:nvPr/>
        </p:nvSpPr>
        <p:spPr>
          <a:xfrm>
            <a:off x="3108800" y="2462000"/>
            <a:ext cx="3328800" cy="1780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ID" sz="1200">
                <a:solidFill>
                  <a:schemeClr val="dk1"/>
                </a:solidFill>
                <a:latin typeface="Poppins"/>
                <a:ea typeface="Poppins"/>
                <a:cs typeface="Poppins"/>
                <a:sym typeface="Poppins"/>
              </a:rPr>
              <a:t>Kapitalisasi Talenta Murid Pelaksana: </a:t>
            </a:r>
            <a:endParaRPr b="1" sz="12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lang="en-ID" sz="1200">
                <a:solidFill>
                  <a:schemeClr val="dk1"/>
                </a:solidFill>
                <a:latin typeface="Poppins"/>
                <a:ea typeface="Poppins"/>
                <a:cs typeface="Poppins"/>
                <a:sym typeface="Poppins"/>
              </a:rPr>
              <a:t>a. Pemerintah Daerah kabupaten/kota;</a:t>
            </a:r>
            <a:endParaRPr sz="12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lang="en-ID" sz="1200">
                <a:solidFill>
                  <a:schemeClr val="dk1"/>
                </a:solidFill>
                <a:latin typeface="Poppins"/>
                <a:ea typeface="Poppins"/>
                <a:cs typeface="Poppins"/>
                <a:sym typeface="Poppins"/>
              </a:rPr>
              <a:t>b. Pemerintah Daerah provinsi;</a:t>
            </a:r>
            <a:endParaRPr sz="12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lang="en-ID" sz="1200">
                <a:solidFill>
                  <a:schemeClr val="dk1"/>
                </a:solidFill>
                <a:latin typeface="Poppins"/>
                <a:ea typeface="Poppins"/>
                <a:cs typeface="Poppins"/>
                <a:sym typeface="Poppins"/>
              </a:rPr>
              <a:t>c. Kementerian;</a:t>
            </a:r>
            <a:endParaRPr sz="12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lang="en-ID" sz="1200">
                <a:solidFill>
                  <a:schemeClr val="dk1"/>
                </a:solidFill>
                <a:latin typeface="Poppins"/>
                <a:ea typeface="Poppins"/>
                <a:cs typeface="Poppins"/>
                <a:sym typeface="Poppins"/>
              </a:rPr>
              <a:t>d. kementerian/lembaga lain; dan/atau</a:t>
            </a:r>
            <a:endParaRPr sz="12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lang="en-ID" sz="1200">
                <a:solidFill>
                  <a:schemeClr val="dk1"/>
                </a:solidFill>
                <a:latin typeface="Poppins"/>
                <a:ea typeface="Poppins"/>
                <a:cs typeface="Poppins"/>
                <a:sym typeface="Poppins"/>
              </a:rPr>
              <a:t>e. Masyarakat. (Ayat 2)</a:t>
            </a:r>
            <a:endParaRPr sz="1200">
              <a:solidFill>
                <a:schemeClr val="dk1"/>
              </a:solidFill>
              <a:latin typeface="Poppins"/>
              <a:ea typeface="Poppins"/>
              <a:cs typeface="Poppins"/>
              <a:sym typeface="Poppins"/>
            </a:endParaRPr>
          </a:p>
        </p:txBody>
      </p:sp>
      <p:pic>
        <p:nvPicPr>
          <p:cNvPr id="203" name="Google Shape;203;p8" title="download__3_-removebg-preview.png"/>
          <p:cNvPicPr preferRelativeResize="0"/>
          <p:nvPr/>
        </p:nvPicPr>
        <p:blipFill rotWithShape="1">
          <a:blip r:embed="rId3">
            <a:alphaModFix/>
          </a:blip>
          <a:srcRect b="0" l="0" r="0" t="0"/>
          <a:stretch/>
        </p:blipFill>
        <p:spPr>
          <a:xfrm>
            <a:off x="941150" y="1333932"/>
            <a:ext cx="1127900" cy="1127900"/>
          </a:xfrm>
          <a:prstGeom prst="rect">
            <a:avLst/>
          </a:prstGeom>
          <a:noFill/>
          <a:ln>
            <a:noFill/>
          </a:ln>
        </p:spPr>
      </p:pic>
      <p:pic>
        <p:nvPicPr>
          <p:cNvPr id="204" name="Google Shape;204;p8" title="download__2_-removebg-preview.png"/>
          <p:cNvPicPr preferRelativeResize="0"/>
          <p:nvPr/>
        </p:nvPicPr>
        <p:blipFill rotWithShape="1">
          <a:blip r:embed="rId4">
            <a:alphaModFix/>
          </a:blip>
          <a:srcRect b="0" l="0" r="0" t="0"/>
          <a:stretch/>
        </p:blipFill>
        <p:spPr>
          <a:xfrm>
            <a:off x="4133050" y="1181698"/>
            <a:ext cx="1127900" cy="1127900"/>
          </a:xfrm>
          <a:prstGeom prst="rect">
            <a:avLst/>
          </a:prstGeom>
          <a:noFill/>
          <a:ln>
            <a:noFill/>
          </a:ln>
        </p:spPr>
      </p:pic>
      <p:sp>
        <p:nvSpPr>
          <p:cNvPr id="205" name="Google Shape;205;p8"/>
          <p:cNvSpPr txBox="1"/>
          <p:nvPr/>
        </p:nvSpPr>
        <p:spPr>
          <a:xfrm>
            <a:off x="6583900" y="2447525"/>
            <a:ext cx="2324400" cy="1477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ID" sz="1200">
                <a:solidFill>
                  <a:schemeClr val="dk1"/>
                </a:solidFill>
                <a:latin typeface="Poppins"/>
                <a:ea typeface="Poppins"/>
                <a:cs typeface="Poppins"/>
                <a:sym typeface="Poppins"/>
              </a:rPr>
              <a:t>Kapitalisasi Talenta Murid: </a:t>
            </a:r>
            <a:r>
              <a:rPr lang="en-ID" sz="1200">
                <a:solidFill>
                  <a:schemeClr val="dk1"/>
                </a:solidFill>
                <a:latin typeface="Poppins"/>
                <a:ea typeface="Poppins"/>
                <a:cs typeface="Poppins"/>
                <a:sym typeface="Poppins"/>
              </a:rPr>
              <a:t>Menyiapkan sumber daya</a:t>
            </a:r>
            <a:endParaRPr sz="12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lang="en-ID" sz="1200">
                <a:solidFill>
                  <a:schemeClr val="dk1"/>
                </a:solidFill>
                <a:latin typeface="Poppins"/>
                <a:ea typeface="Poppins"/>
                <a:cs typeface="Poppins"/>
                <a:sym typeface="Poppins"/>
              </a:rPr>
              <a:t>manusia unggul dan meningkatkan daya saing bangsa. (Ayat 3)</a:t>
            </a:r>
            <a:endParaRPr sz="1200">
              <a:solidFill>
                <a:schemeClr val="dk1"/>
              </a:solidFill>
              <a:latin typeface="Poppins"/>
              <a:ea typeface="Poppins"/>
              <a:cs typeface="Poppins"/>
              <a:sym typeface="Poppins"/>
            </a:endParaRPr>
          </a:p>
        </p:txBody>
      </p:sp>
      <p:pic>
        <p:nvPicPr>
          <p:cNvPr id="206" name="Google Shape;206;p8" title="Gemini_Generated_Image_tjy1pltjy1pltjy1-removebg-preview.png"/>
          <p:cNvPicPr preferRelativeResize="0"/>
          <p:nvPr/>
        </p:nvPicPr>
        <p:blipFill rotWithShape="1">
          <a:blip r:embed="rId5">
            <a:alphaModFix/>
          </a:blip>
          <a:srcRect b="9070" l="0" r="0" t="9062"/>
          <a:stretch/>
        </p:blipFill>
        <p:spPr>
          <a:xfrm>
            <a:off x="6736550" y="1167847"/>
            <a:ext cx="1377690" cy="1127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bc4d2f0601_3_71"/>
          <p:cNvSpPr/>
          <p:nvPr/>
        </p:nvSpPr>
        <p:spPr>
          <a:xfrm>
            <a:off x="3163075" y="838700"/>
            <a:ext cx="5893800" cy="3903000"/>
          </a:xfrm>
          <a:prstGeom prst="roundRect">
            <a:avLst>
              <a:gd fmla="val 480" name="adj"/>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bc4d2f0601_3_71"/>
          <p:cNvSpPr/>
          <p:nvPr/>
        </p:nvSpPr>
        <p:spPr>
          <a:xfrm>
            <a:off x="112425" y="838700"/>
            <a:ext cx="2865600" cy="3903000"/>
          </a:xfrm>
          <a:prstGeom prst="roundRect">
            <a:avLst>
              <a:gd fmla="val 480" name="adj"/>
            </a:avLst>
          </a:prstGeom>
          <a:solidFill>
            <a:srgbClr val="EBF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bc4d2f0601_3_71"/>
          <p:cNvSpPr txBox="1"/>
          <p:nvPr>
            <p:ph idx="6" type="title"/>
          </p:nvPr>
        </p:nvSpPr>
        <p:spPr>
          <a:xfrm>
            <a:off x="2334625" y="228975"/>
            <a:ext cx="4799100" cy="43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ID" sz="2400"/>
              <a:t>Peran </a:t>
            </a:r>
            <a:endParaRPr b="0" sz="2400"/>
          </a:p>
        </p:txBody>
      </p:sp>
      <p:sp>
        <p:nvSpPr>
          <p:cNvPr id="214" name="Google Shape;214;g3bc4d2f0601_3_71"/>
          <p:cNvSpPr txBox="1"/>
          <p:nvPr/>
        </p:nvSpPr>
        <p:spPr>
          <a:xfrm>
            <a:off x="60100" y="775640"/>
            <a:ext cx="2917800" cy="2194800"/>
          </a:xfrm>
          <a:prstGeom prst="rect">
            <a:avLst/>
          </a:prstGeom>
          <a:noFill/>
          <a:ln>
            <a:noFill/>
          </a:ln>
        </p:spPr>
        <p:txBody>
          <a:bodyPr anchorCtr="0" anchor="t" bIns="91425" lIns="91425" spcFirstLastPara="1" rIns="44600" wrap="square" tIns="91425">
            <a:noAutofit/>
          </a:bodyPr>
          <a:lstStyle/>
          <a:p>
            <a:pPr indent="-166199" lvl="0" marL="269999" marR="0" rtl="0" algn="l">
              <a:lnSpc>
                <a:spcPct val="115000"/>
              </a:lnSpc>
              <a:spcBef>
                <a:spcPts val="0"/>
              </a:spcBef>
              <a:spcAft>
                <a:spcPts val="0"/>
              </a:spcAft>
              <a:buClr>
                <a:schemeClr val="dk1"/>
              </a:buClr>
              <a:buSzPts val="1200"/>
              <a:buFont typeface="Poppins"/>
              <a:buAutoNum type="alphaLcPeriod"/>
            </a:pPr>
            <a:r>
              <a:rPr b="1" i="0" lang="en-ID" sz="1200" u="none" cap="none" strike="noStrike">
                <a:solidFill>
                  <a:schemeClr val="dk1"/>
                </a:solidFill>
                <a:latin typeface="Poppins"/>
                <a:ea typeface="Poppins"/>
                <a:cs typeface="Poppins"/>
                <a:sym typeface="Poppins"/>
              </a:rPr>
              <a:t>Satuan Pendidika</a:t>
            </a:r>
            <a:r>
              <a:rPr b="1" lang="en-ID" sz="1200">
                <a:solidFill>
                  <a:schemeClr val="dk1"/>
                </a:solidFill>
                <a:latin typeface="Poppins"/>
                <a:ea typeface="Poppins"/>
                <a:cs typeface="Poppins"/>
                <a:sym typeface="Poppins"/>
              </a:rPr>
              <a:t>n</a:t>
            </a:r>
            <a:endParaRPr b="1" sz="1200">
              <a:solidFill>
                <a:schemeClr val="dk1"/>
              </a:solidFill>
              <a:latin typeface="Poppins"/>
              <a:ea typeface="Poppins"/>
              <a:cs typeface="Poppins"/>
              <a:sym typeface="Poppins"/>
            </a:endParaRPr>
          </a:p>
          <a:p>
            <a:pPr indent="-304800" lvl="0" marL="457200" marR="0" rtl="0" algn="l">
              <a:lnSpc>
                <a:spcPct val="115000"/>
              </a:lnSpc>
              <a:spcBef>
                <a:spcPts val="0"/>
              </a:spcBef>
              <a:spcAft>
                <a:spcPts val="0"/>
              </a:spcAft>
              <a:buClr>
                <a:schemeClr val="dk1"/>
              </a:buClr>
              <a:buSzPts val="1200"/>
              <a:buFont typeface="Poppins"/>
              <a:buChar char="●"/>
            </a:pPr>
            <a:r>
              <a:rPr lang="en-ID" sz="1200">
                <a:solidFill>
                  <a:schemeClr val="dk1"/>
                </a:solidFill>
                <a:latin typeface="Poppins"/>
                <a:ea typeface="Poppins"/>
                <a:cs typeface="Poppins"/>
                <a:sym typeface="Poppins"/>
              </a:rPr>
              <a:t>Mengelola mutu, mempersiapkan,  melaksanakan prapembibitan dan pembibitan Talenta Murid. (Pasal 2)</a:t>
            </a:r>
            <a:endParaRPr sz="1200">
              <a:solidFill>
                <a:schemeClr val="dk1"/>
              </a:solidFill>
              <a:latin typeface="Poppins"/>
              <a:ea typeface="Poppins"/>
              <a:cs typeface="Poppins"/>
              <a:sym typeface="Poppins"/>
            </a:endParaRPr>
          </a:p>
          <a:p>
            <a:pPr indent="-304800" lvl="0" marL="457200" marR="0" rtl="0" algn="l">
              <a:lnSpc>
                <a:spcPct val="115000"/>
              </a:lnSpc>
              <a:spcBef>
                <a:spcPts val="0"/>
              </a:spcBef>
              <a:spcAft>
                <a:spcPts val="0"/>
              </a:spcAft>
              <a:buClr>
                <a:schemeClr val="dk1"/>
              </a:buClr>
              <a:buSzPts val="1200"/>
              <a:buFont typeface="Poppins"/>
              <a:buChar char="●"/>
            </a:pPr>
            <a:r>
              <a:rPr lang="en-ID" sz="1200">
                <a:solidFill>
                  <a:schemeClr val="dk1"/>
                </a:solidFill>
                <a:latin typeface="Poppins"/>
                <a:ea typeface="Poppins"/>
                <a:cs typeface="Poppins"/>
                <a:sym typeface="Poppins"/>
              </a:rPr>
              <a:t>Menyelenggarakan pengembangan bakat melalui kegiatan intrakurikuler, kokurikuler, &amp; ekstrakurikuler. (Pasal 13)</a:t>
            </a:r>
            <a:endParaRPr sz="1200">
              <a:solidFill>
                <a:schemeClr val="dk1"/>
              </a:solidFill>
              <a:latin typeface="Poppins"/>
              <a:ea typeface="Poppins"/>
              <a:cs typeface="Poppins"/>
              <a:sym typeface="Poppins"/>
            </a:endParaRPr>
          </a:p>
          <a:p>
            <a:pPr indent="-304800" lvl="0" marL="457200" marR="0" rtl="0" algn="l">
              <a:lnSpc>
                <a:spcPct val="115000"/>
              </a:lnSpc>
              <a:spcBef>
                <a:spcPts val="0"/>
              </a:spcBef>
              <a:spcAft>
                <a:spcPts val="0"/>
              </a:spcAft>
              <a:buClr>
                <a:schemeClr val="dk1"/>
              </a:buClr>
              <a:buSzPts val="1200"/>
              <a:buFont typeface="Poppins"/>
              <a:buChar char="●"/>
            </a:pPr>
            <a:r>
              <a:rPr lang="en-ID" sz="1200">
                <a:solidFill>
                  <a:schemeClr val="dk1"/>
                </a:solidFill>
                <a:latin typeface="Poppins"/>
                <a:ea typeface="Poppins"/>
                <a:cs typeface="Poppins"/>
                <a:sym typeface="Poppins"/>
              </a:rPr>
              <a:t>Memberikan ruang, waktu, dan dukungan bagi Talenta Murid yang mengikuti program pengembangan Bakat dan Minat Murid. (Pasal 19)</a:t>
            </a:r>
            <a:endParaRPr b="1" sz="1200">
              <a:solidFill>
                <a:schemeClr val="dk1"/>
              </a:solidFill>
              <a:latin typeface="Poppins"/>
              <a:ea typeface="Poppins"/>
              <a:cs typeface="Poppins"/>
              <a:sym typeface="Poppins"/>
            </a:endParaRPr>
          </a:p>
          <a:p>
            <a:pPr indent="0" lvl="0" marL="457200" marR="0" rtl="0" algn="l">
              <a:lnSpc>
                <a:spcPct val="115000"/>
              </a:lnSpc>
              <a:spcBef>
                <a:spcPts val="0"/>
              </a:spcBef>
              <a:spcAft>
                <a:spcPts val="0"/>
              </a:spcAft>
              <a:buNone/>
            </a:pPr>
            <a:r>
              <a:t/>
            </a:r>
            <a:endParaRPr sz="1200">
              <a:solidFill>
                <a:schemeClr val="dk1"/>
              </a:solidFill>
              <a:latin typeface="Poppins"/>
              <a:ea typeface="Poppins"/>
              <a:cs typeface="Poppins"/>
              <a:sym typeface="Poppins"/>
            </a:endParaRPr>
          </a:p>
        </p:txBody>
      </p:sp>
      <p:sp>
        <p:nvSpPr>
          <p:cNvPr id="215" name="Google Shape;215;g3bc4d2f0601_3_71"/>
          <p:cNvSpPr txBox="1"/>
          <p:nvPr/>
        </p:nvSpPr>
        <p:spPr>
          <a:xfrm>
            <a:off x="3163075" y="756875"/>
            <a:ext cx="5893800" cy="722100"/>
          </a:xfrm>
          <a:prstGeom prst="rect">
            <a:avLst/>
          </a:prstGeom>
          <a:noFill/>
          <a:ln>
            <a:noFill/>
          </a:ln>
        </p:spPr>
        <p:txBody>
          <a:bodyPr anchorCtr="0" anchor="t" bIns="91425" lIns="91425" spcFirstLastPara="1" rIns="91425" wrap="square" tIns="91425">
            <a:noAutofit/>
          </a:bodyPr>
          <a:lstStyle/>
          <a:p>
            <a:pPr indent="-457200" lvl="0" marL="457200" rtl="0" algn="l">
              <a:spcBef>
                <a:spcPts val="0"/>
              </a:spcBef>
              <a:spcAft>
                <a:spcPts val="0"/>
              </a:spcAft>
              <a:buNone/>
            </a:pPr>
            <a:r>
              <a:rPr b="1" lang="en-ID" sz="1200">
                <a:solidFill>
                  <a:schemeClr val="dk1"/>
                </a:solidFill>
                <a:latin typeface="Poppins"/>
                <a:ea typeface="Poppins"/>
                <a:cs typeface="Poppins"/>
                <a:sym typeface="Poppins"/>
              </a:rPr>
              <a:t>b. </a:t>
            </a:r>
            <a:r>
              <a:rPr b="1" lang="en-ID" sz="1200">
                <a:solidFill>
                  <a:schemeClr val="dk1"/>
                </a:solidFill>
                <a:latin typeface="Poppins"/>
                <a:ea typeface="Poppins"/>
                <a:cs typeface="Poppins"/>
                <a:sym typeface="Poppins"/>
              </a:rPr>
              <a:t>Pemerintah Daerah (Provinsi &amp; Kab/Kota)</a:t>
            </a:r>
            <a:endParaRPr b="1" sz="1200">
              <a:solidFill>
                <a:schemeClr val="dk1"/>
              </a:solidFill>
              <a:latin typeface="Poppins"/>
              <a:ea typeface="Poppins"/>
              <a:cs typeface="Poppins"/>
              <a:sym typeface="Poppins"/>
            </a:endParaRPr>
          </a:p>
          <a:p>
            <a:pPr indent="-171450" lvl="0" marL="179999" rtl="0" algn="l">
              <a:spcBef>
                <a:spcPts val="0"/>
              </a:spcBef>
              <a:spcAft>
                <a:spcPts val="0"/>
              </a:spcAft>
              <a:buClr>
                <a:schemeClr val="dk1"/>
              </a:buClr>
              <a:buSzPts val="1200"/>
              <a:buChar char="●"/>
            </a:pPr>
            <a:r>
              <a:rPr lang="en-ID" sz="1200">
                <a:solidFill>
                  <a:schemeClr val="dk1"/>
                </a:solidFill>
                <a:latin typeface="Poppins"/>
                <a:ea typeface="Poppins"/>
                <a:cs typeface="Poppins"/>
                <a:sym typeface="Poppins"/>
              </a:rPr>
              <a:t>Mengelola mutu, mempersiapkan,  melaksanakan pra pembibitan dan pembibitan Talenta Murid tertuang pada Pasal 2.</a:t>
            </a:r>
            <a:endParaRPr sz="1200">
              <a:solidFill>
                <a:schemeClr val="dk1"/>
              </a:solidFill>
              <a:latin typeface="Poppins"/>
              <a:ea typeface="Poppins"/>
              <a:cs typeface="Poppins"/>
              <a:sym typeface="Poppins"/>
            </a:endParaRPr>
          </a:p>
          <a:p>
            <a:pPr indent="-171450" lvl="0" marL="179999" rtl="0" algn="l">
              <a:spcBef>
                <a:spcPts val="0"/>
              </a:spcBef>
              <a:spcAft>
                <a:spcPts val="0"/>
              </a:spcAft>
              <a:buClr>
                <a:schemeClr val="dk1"/>
              </a:buClr>
              <a:buSzPts val="1200"/>
              <a:buChar char="●"/>
            </a:pPr>
            <a:r>
              <a:rPr lang="en-ID" sz="1200">
                <a:solidFill>
                  <a:schemeClr val="dk1"/>
                </a:solidFill>
                <a:latin typeface="Poppins"/>
                <a:ea typeface="Poppins"/>
                <a:cs typeface="Poppins"/>
                <a:sym typeface="Poppins"/>
              </a:rPr>
              <a:t>Memfasilitasi dan mengoordinasikan pengisian instrumen tertuang pada Pasal 7.</a:t>
            </a:r>
            <a:endParaRPr sz="1200">
              <a:solidFill>
                <a:schemeClr val="dk1"/>
              </a:solidFill>
              <a:latin typeface="Poppins"/>
              <a:ea typeface="Poppins"/>
              <a:cs typeface="Poppins"/>
              <a:sym typeface="Poppins"/>
            </a:endParaRPr>
          </a:p>
          <a:p>
            <a:pPr indent="-171450" lvl="0" marL="179999" rtl="0" algn="l">
              <a:spcBef>
                <a:spcPts val="0"/>
              </a:spcBef>
              <a:spcAft>
                <a:spcPts val="0"/>
              </a:spcAft>
              <a:buClr>
                <a:schemeClr val="dk1"/>
              </a:buClr>
              <a:buSzPts val="1200"/>
              <a:buChar char="●"/>
            </a:pPr>
            <a:r>
              <a:rPr lang="en-ID" sz="1200">
                <a:solidFill>
                  <a:schemeClr val="dk1"/>
                </a:solidFill>
                <a:latin typeface="Poppins"/>
                <a:ea typeface="Poppins"/>
                <a:cs typeface="Poppins"/>
                <a:sym typeface="Poppins"/>
              </a:rPr>
              <a:t>Menyelenggarakan program pengembangan tertuang pada Pasal 12 sampai Pasal 19.</a:t>
            </a:r>
            <a:endParaRPr sz="1200">
              <a:solidFill>
                <a:schemeClr val="dk1"/>
              </a:solidFill>
              <a:latin typeface="Poppins"/>
              <a:ea typeface="Poppins"/>
              <a:cs typeface="Poppins"/>
              <a:sym typeface="Poppins"/>
            </a:endParaRPr>
          </a:p>
          <a:p>
            <a:pPr indent="-171450" lvl="0" marL="179999" rtl="0" algn="l">
              <a:spcBef>
                <a:spcPts val="0"/>
              </a:spcBef>
              <a:spcAft>
                <a:spcPts val="0"/>
              </a:spcAft>
              <a:buClr>
                <a:schemeClr val="dk1"/>
              </a:buClr>
              <a:buSzPts val="1200"/>
              <a:buChar char="●"/>
            </a:pPr>
            <a:r>
              <a:rPr lang="en-ID" sz="1200">
                <a:solidFill>
                  <a:schemeClr val="dk1"/>
                </a:solidFill>
                <a:latin typeface="Poppins"/>
                <a:ea typeface="Poppins"/>
                <a:cs typeface="Poppins"/>
                <a:sym typeface="Poppins"/>
              </a:rPr>
              <a:t>Menyelenggarakan ajang kompetisi dan non kompetisi tertuang Pasal 23 dan Pasal 25.</a:t>
            </a:r>
            <a:endParaRPr sz="1200">
              <a:solidFill>
                <a:schemeClr val="dk1"/>
              </a:solidFill>
              <a:latin typeface="Poppins"/>
              <a:ea typeface="Poppins"/>
              <a:cs typeface="Poppins"/>
              <a:sym typeface="Poppins"/>
            </a:endParaRPr>
          </a:p>
          <a:p>
            <a:pPr indent="-171450" lvl="0" marL="179999" rtl="0" algn="l">
              <a:spcBef>
                <a:spcPts val="0"/>
              </a:spcBef>
              <a:spcAft>
                <a:spcPts val="0"/>
              </a:spcAft>
              <a:buClr>
                <a:schemeClr val="dk1"/>
              </a:buClr>
              <a:buSzPts val="1200"/>
              <a:buFont typeface="Poppins"/>
              <a:buChar char="●"/>
            </a:pPr>
            <a:r>
              <a:rPr lang="en-ID" sz="1200">
                <a:solidFill>
                  <a:schemeClr val="dk1"/>
                </a:solidFill>
                <a:latin typeface="Poppins"/>
                <a:ea typeface="Poppins"/>
                <a:cs typeface="Poppins"/>
                <a:sym typeface="Poppins"/>
              </a:rPr>
              <a:t>Melaksanakan kurasi Ajang Talenta Murid di tingkat Provinsi dan Kab/Kota tertuang pada Pasal 32.</a:t>
            </a:r>
            <a:endParaRPr sz="1200">
              <a:solidFill>
                <a:schemeClr val="dk1"/>
              </a:solidFill>
              <a:latin typeface="Poppins"/>
              <a:ea typeface="Poppins"/>
              <a:cs typeface="Poppins"/>
              <a:sym typeface="Poppins"/>
            </a:endParaRPr>
          </a:p>
          <a:p>
            <a:pPr indent="-171450" lvl="0" marL="179999" rtl="0" algn="l">
              <a:spcBef>
                <a:spcPts val="0"/>
              </a:spcBef>
              <a:spcAft>
                <a:spcPts val="0"/>
              </a:spcAft>
              <a:buClr>
                <a:schemeClr val="dk1"/>
              </a:buClr>
              <a:buSzPts val="1200"/>
              <a:buFont typeface="Poppins"/>
              <a:buChar char="●"/>
            </a:pPr>
            <a:r>
              <a:rPr lang="en-ID" sz="1200">
                <a:solidFill>
                  <a:schemeClr val="dk1"/>
                </a:solidFill>
                <a:latin typeface="Poppins"/>
                <a:ea typeface="Poppins"/>
                <a:cs typeface="Poppins"/>
                <a:sym typeface="Poppins"/>
              </a:rPr>
              <a:t>Memberikan fasilitasi apresiasi talenta murid di tingkat Pemerintah Daerah kabupaten/kota dan Pemerintah Daerah Provinsi tertuang pada Pasal 34.</a:t>
            </a:r>
            <a:endParaRPr sz="1200">
              <a:solidFill>
                <a:schemeClr val="dk1"/>
              </a:solidFill>
              <a:latin typeface="Poppins"/>
              <a:ea typeface="Poppins"/>
              <a:cs typeface="Poppins"/>
              <a:sym typeface="Poppins"/>
            </a:endParaRPr>
          </a:p>
          <a:p>
            <a:pPr indent="-171450" lvl="0" marL="179999" rtl="0" algn="l">
              <a:spcBef>
                <a:spcPts val="0"/>
              </a:spcBef>
              <a:spcAft>
                <a:spcPts val="0"/>
              </a:spcAft>
              <a:buClr>
                <a:schemeClr val="dk1"/>
              </a:buClr>
              <a:buSzPts val="1200"/>
              <a:buFont typeface="Poppins"/>
              <a:buChar char="●"/>
            </a:pPr>
            <a:r>
              <a:rPr lang="en-ID" sz="1200">
                <a:solidFill>
                  <a:schemeClr val="dk1"/>
                </a:solidFill>
                <a:latin typeface="Poppins"/>
                <a:ea typeface="Poppins"/>
                <a:cs typeface="Poppins"/>
                <a:sym typeface="Poppins"/>
              </a:rPr>
              <a:t>Melakukan pemberdayaan Talenta Murid dan karya Talenta Murid tertuang pada Pasal 37.</a:t>
            </a:r>
            <a:endParaRPr sz="1200">
              <a:solidFill>
                <a:schemeClr val="dk1"/>
              </a:solidFill>
              <a:latin typeface="Poppins"/>
              <a:ea typeface="Poppins"/>
              <a:cs typeface="Poppins"/>
              <a:sym typeface="Poppins"/>
            </a:endParaRPr>
          </a:p>
          <a:p>
            <a:pPr indent="-171450" lvl="0" marL="179999" rtl="0" algn="l">
              <a:spcBef>
                <a:spcPts val="0"/>
              </a:spcBef>
              <a:spcAft>
                <a:spcPts val="0"/>
              </a:spcAft>
              <a:buClr>
                <a:schemeClr val="dk1"/>
              </a:buClr>
              <a:buSzPts val="1200"/>
              <a:buFont typeface="Poppins"/>
              <a:buChar char="●"/>
            </a:pPr>
            <a:r>
              <a:rPr lang="en-ID" sz="1200">
                <a:solidFill>
                  <a:schemeClr val="dk1"/>
                </a:solidFill>
                <a:latin typeface="Poppins"/>
                <a:ea typeface="Poppins"/>
                <a:cs typeface="Poppins"/>
                <a:sym typeface="Poppins"/>
              </a:rPr>
              <a:t>Melakukan pemantauan dan evaluasi pelaksanaan Manajemen Talenta Murid. (Pasal 39)</a:t>
            </a:r>
            <a:endParaRPr sz="1200">
              <a:solidFill>
                <a:schemeClr val="dk1"/>
              </a:solidFill>
              <a:latin typeface="Poppins"/>
              <a:ea typeface="Poppins"/>
              <a:cs typeface="Poppins"/>
              <a:sym typeface="Poppins"/>
            </a:endParaRPr>
          </a:p>
          <a:p>
            <a:pPr indent="-171450" lvl="0" marL="179999" rtl="0" algn="l">
              <a:spcBef>
                <a:spcPts val="0"/>
              </a:spcBef>
              <a:spcAft>
                <a:spcPts val="0"/>
              </a:spcAft>
              <a:buClr>
                <a:schemeClr val="dk1"/>
              </a:buClr>
              <a:buSzPts val="1200"/>
              <a:buFont typeface="Poppins"/>
              <a:buChar char="●"/>
            </a:pPr>
            <a:r>
              <a:rPr lang="en-ID" sz="1200">
                <a:solidFill>
                  <a:schemeClr val="dk1"/>
                </a:solidFill>
                <a:latin typeface="Poppins"/>
                <a:ea typeface="Poppins"/>
                <a:cs typeface="Poppins"/>
                <a:sym typeface="Poppins"/>
              </a:rPr>
              <a:t>Menetapkan anggaran penyelenggaraan Manajemen Talenta Murid tertuang pada Pasal 40.</a:t>
            </a:r>
            <a:endParaRPr b="1" sz="1200">
              <a:solidFill>
                <a:schemeClr val="dk1"/>
              </a:solidFill>
              <a:latin typeface="Poppins"/>
              <a:ea typeface="Poppins"/>
              <a:cs typeface="Poppins"/>
              <a:sym typeface="Poppins"/>
            </a:endParaRPr>
          </a:p>
        </p:txBody>
      </p:sp>
      <p:cxnSp>
        <p:nvCxnSpPr>
          <p:cNvPr id="216" name="Google Shape;216;g3bc4d2f0601_3_71"/>
          <p:cNvCxnSpPr/>
          <p:nvPr/>
        </p:nvCxnSpPr>
        <p:spPr>
          <a:xfrm>
            <a:off x="2322462" y="694573"/>
            <a:ext cx="4499100" cy="0"/>
          </a:xfrm>
          <a:prstGeom prst="straightConnector1">
            <a:avLst/>
          </a:prstGeom>
          <a:noFill/>
          <a:ln cap="flat" cmpd="sng" w="19050">
            <a:solidFill>
              <a:schemeClr val="dk1"/>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9"/>
          <p:cNvSpPr/>
          <p:nvPr/>
        </p:nvSpPr>
        <p:spPr>
          <a:xfrm>
            <a:off x="4676875" y="838700"/>
            <a:ext cx="4380000" cy="3862500"/>
          </a:xfrm>
          <a:prstGeom prst="roundRect">
            <a:avLst>
              <a:gd fmla="val 480" name="adj"/>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112425" y="838700"/>
            <a:ext cx="4380000" cy="3862500"/>
          </a:xfrm>
          <a:prstGeom prst="roundRect">
            <a:avLst>
              <a:gd fmla="val 480" name="adj"/>
            </a:avLst>
          </a:prstGeom>
          <a:solidFill>
            <a:srgbClr val="EBF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txBox="1"/>
          <p:nvPr>
            <p:ph idx="3" type="subTitle"/>
          </p:nvPr>
        </p:nvSpPr>
        <p:spPr>
          <a:xfrm>
            <a:off x="113225" y="851195"/>
            <a:ext cx="4302300" cy="2528100"/>
          </a:xfrm>
          <a:prstGeom prst="rect">
            <a:avLst/>
          </a:prstGeom>
          <a:noFill/>
          <a:ln>
            <a:noFill/>
          </a:ln>
        </p:spPr>
        <p:txBody>
          <a:bodyPr anchorCtr="0" anchor="t" bIns="91425" lIns="91425" spcFirstLastPara="1" rIns="91425" wrap="square" tIns="91425">
            <a:noAutofit/>
          </a:bodyPr>
          <a:lstStyle/>
          <a:p>
            <a:pPr indent="-269999" lvl="0" marL="269999" rtl="0" algn="l">
              <a:lnSpc>
                <a:spcPct val="100000"/>
              </a:lnSpc>
              <a:spcBef>
                <a:spcPts val="0"/>
              </a:spcBef>
              <a:spcAft>
                <a:spcPts val="0"/>
              </a:spcAft>
              <a:buSzPts val="1400"/>
              <a:buNone/>
            </a:pPr>
            <a:r>
              <a:rPr b="1" lang="en-ID" sz="1300"/>
              <a:t>c. </a:t>
            </a:r>
            <a:r>
              <a:rPr b="1" lang="en-ID" sz="1300"/>
              <a:t>Kementerian</a:t>
            </a:r>
            <a:endParaRPr b="1" sz="1300"/>
          </a:p>
          <a:p>
            <a:pPr indent="-177800" lvl="0" marL="179999" rtl="0" algn="l">
              <a:lnSpc>
                <a:spcPct val="100000"/>
              </a:lnSpc>
              <a:spcBef>
                <a:spcPts val="0"/>
              </a:spcBef>
              <a:spcAft>
                <a:spcPts val="0"/>
              </a:spcAft>
              <a:buSzPts val="1300"/>
              <a:buFont typeface="Arial"/>
              <a:buChar char="●"/>
            </a:pPr>
            <a:r>
              <a:rPr lang="en-ID" sz="1300"/>
              <a:t>Mengelola mutu, mempersiapkan,  melaksanakan prapembibitan dan pembibitan Talenta Murid tertuang pada Pasal 2 dan Pasal 6.</a:t>
            </a:r>
            <a:endParaRPr sz="1300"/>
          </a:p>
          <a:p>
            <a:pPr indent="-177800" lvl="0" marL="179999" rtl="0" algn="l">
              <a:lnSpc>
                <a:spcPct val="100000"/>
              </a:lnSpc>
              <a:spcBef>
                <a:spcPts val="0"/>
              </a:spcBef>
              <a:spcAft>
                <a:spcPts val="0"/>
              </a:spcAft>
              <a:buSzPts val="1300"/>
              <a:buFont typeface="Arial"/>
              <a:buChar char="●"/>
            </a:pPr>
            <a:r>
              <a:rPr lang="en-ID" sz="1300"/>
              <a:t>Menetapkan program prioritas pengembangan bakat dan minat Murid tertuang pada Pasal 17 sampai Pasal 25.</a:t>
            </a:r>
            <a:endParaRPr sz="1300"/>
          </a:p>
          <a:p>
            <a:pPr indent="-177800" lvl="0" marL="179999" rtl="0" algn="l">
              <a:lnSpc>
                <a:spcPct val="100000"/>
              </a:lnSpc>
              <a:spcBef>
                <a:spcPts val="0"/>
              </a:spcBef>
              <a:spcAft>
                <a:spcPts val="0"/>
              </a:spcAft>
              <a:buSzPts val="1300"/>
              <a:buFont typeface="Arial"/>
              <a:buChar char="●"/>
            </a:pPr>
            <a:r>
              <a:rPr lang="en-ID" sz="1300"/>
              <a:t>Menyelenggarakan ajang kompetisi, melaksanakan aktualisasi penyelenggaraan ajang, apresiasi, kurasi dan SIMT tertuang pada Pasal 23 sampai 41.</a:t>
            </a:r>
            <a:endParaRPr sz="1300"/>
          </a:p>
          <a:p>
            <a:pPr indent="-177800" lvl="0" marL="179999" rtl="0" algn="l">
              <a:lnSpc>
                <a:spcPct val="100000"/>
              </a:lnSpc>
              <a:spcBef>
                <a:spcPts val="0"/>
              </a:spcBef>
              <a:spcAft>
                <a:spcPts val="0"/>
              </a:spcAft>
              <a:buSzPts val="1300"/>
              <a:buChar char="●"/>
            </a:pPr>
            <a:r>
              <a:rPr lang="en-ID" sz="1300"/>
              <a:t>Dalam pemberdayaan karya Talenta Murid dalam Kapitalisasi tertuang pada Pasal 37.</a:t>
            </a:r>
            <a:endParaRPr sz="1300"/>
          </a:p>
          <a:p>
            <a:pPr indent="-177800" lvl="0" marL="179999" rtl="0" algn="l">
              <a:spcBef>
                <a:spcPts val="0"/>
              </a:spcBef>
              <a:spcAft>
                <a:spcPts val="0"/>
              </a:spcAft>
              <a:buSzPts val="1300"/>
              <a:buFont typeface="Arial"/>
              <a:buChar char="●"/>
            </a:pPr>
            <a:r>
              <a:rPr lang="en-ID" sz="1300"/>
              <a:t>Mengelola dan mengembangkan  data talenta nasional (SIMT Murid) tertuang pada Pasal 38.</a:t>
            </a:r>
            <a:endParaRPr sz="1300"/>
          </a:p>
          <a:p>
            <a:pPr indent="-177800" lvl="0" marL="179999" rtl="0" algn="l">
              <a:spcBef>
                <a:spcPts val="0"/>
              </a:spcBef>
              <a:spcAft>
                <a:spcPts val="0"/>
              </a:spcAft>
              <a:buSzPts val="1300"/>
              <a:buFont typeface="Arial"/>
              <a:buChar char="●"/>
            </a:pPr>
            <a:r>
              <a:rPr lang="en-ID" sz="1300"/>
              <a:t>Menyiapkan anggaran penyelenggaraan Manajemen Talenta Murid. (Pasal 40)</a:t>
            </a:r>
            <a:endParaRPr sz="1300"/>
          </a:p>
        </p:txBody>
      </p:sp>
      <p:sp>
        <p:nvSpPr>
          <p:cNvPr id="224" name="Google Shape;224;p9"/>
          <p:cNvSpPr txBox="1"/>
          <p:nvPr/>
        </p:nvSpPr>
        <p:spPr>
          <a:xfrm>
            <a:off x="4650775" y="837270"/>
            <a:ext cx="4380000" cy="3703200"/>
          </a:xfrm>
          <a:prstGeom prst="rect">
            <a:avLst/>
          </a:prstGeom>
          <a:noFill/>
          <a:ln>
            <a:noFill/>
          </a:ln>
        </p:spPr>
        <p:txBody>
          <a:bodyPr anchorCtr="0" anchor="t" bIns="91425" lIns="91425" spcFirstLastPara="1" rIns="91425" wrap="square" tIns="91425">
            <a:noAutofit/>
          </a:bodyPr>
          <a:lstStyle/>
          <a:p>
            <a:pPr indent="-95250" lvl="0" marL="89999" rtl="0" algn="l">
              <a:lnSpc>
                <a:spcPct val="115000"/>
              </a:lnSpc>
              <a:spcBef>
                <a:spcPts val="0"/>
              </a:spcBef>
              <a:spcAft>
                <a:spcPts val="0"/>
              </a:spcAft>
              <a:buNone/>
            </a:pPr>
            <a:r>
              <a:rPr b="1" lang="en-ID" sz="1300">
                <a:solidFill>
                  <a:schemeClr val="dk1"/>
                </a:solidFill>
                <a:latin typeface="Poppins"/>
                <a:ea typeface="Poppins"/>
                <a:cs typeface="Poppins"/>
                <a:sym typeface="Poppins"/>
              </a:rPr>
              <a:t>d. Kementerian/Lembaga Lain dan /atau </a:t>
            </a:r>
            <a:r>
              <a:rPr b="1" lang="en-ID" sz="1300">
                <a:solidFill>
                  <a:schemeClr val="dk1"/>
                </a:solidFill>
                <a:latin typeface="Poppins"/>
                <a:ea typeface="Poppins"/>
                <a:cs typeface="Poppins"/>
                <a:sym typeface="Poppins"/>
              </a:rPr>
              <a:t>Masyarakat</a:t>
            </a:r>
            <a:endParaRPr sz="1300">
              <a:solidFill>
                <a:schemeClr val="dk1"/>
              </a:solidFill>
              <a:latin typeface="Poppins"/>
              <a:ea typeface="Poppins"/>
              <a:cs typeface="Poppins"/>
              <a:sym typeface="Poppins"/>
            </a:endParaRPr>
          </a:p>
          <a:p>
            <a:pPr indent="-172549" lvl="0" marL="179999" rtl="0" algn="just">
              <a:lnSpc>
                <a:spcPct val="115000"/>
              </a:lnSpc>
              <a:spcBef>
                <a:spcPts val="0"/>
              </a:spcBef>
              <a:spcAft>
                <a:spcPts val="0"/>
              </a:spcAft>
              <a:buClr>
                <a:schemeClr val="dk1"/>
              </a:buClr>
              <a:buSzPts val="1300"/>
              <a:buChar char="•"/>
            </a:pPr>
            <a:r>
              <a:rPr lang="en-ID" sz="1300">
                <a:solidFill>
                  <a:schemeClr val="dk1"/>
                </a:solidFill>
                <a:latin typeface="Poppins"/>
                <a:ea typeface="Poppins"/>
                <a:cs typeface="Poppins"/>
                <a:sym typeface="Poppins"/>
              </a:rPr>
              <a:t>Pengembangan bakat dan minat Murid oleh kementerian/lembaga lain dan Masyarakat dilakukan sesuai dengan kebutuhan dan tujuan pelaksanaan kegiatan dari kementerian/lembaga lain dan Masyarakat tertuang pada Pasal 18.</a:t>
            </a:r>
            <a:endParaRPr sz="1300">
              <a:solidFill>
                <a:schemeClr val="dk1"/>
              </a:solidFill>
              <a:latin typeface="Poppins"/>
              <a:ea typeface="Poppins"/>
              <a:cs typeface="Poppins"/>
              <a:sym typeface="Poppins"/>
            </a:endParaRPr>
          </a:p>
          <a:p>
            <a:pPr indent="-172549" lvl="0" marL="179999" rtl="0" algn="just">
              <a:lnSpc>
                <a:spcPct val="115000"/>
              </a:lnSpc>
              <a:spcBef>
                <a:spcPts val="0"/>
              </a:spcBef>
              <a:spcAft>
                <a:spcPts val="0"/>
              </a:spcAft>
              <a:buClr>
                <a:schemeClr val="dk1"/>
              </a:buClr>
              <a:buSzPts val="1300"/>
              <a:buChar char="•"/>
            </a:pPr>
            <a:r>
              <a:rPr lang="en-ID" sz="1300">
                <a:solidFill>
                  <a:schemeClr val="dk1"/>
                </a:solidFill>
                <a:latin typeface="Poppins"/>
                <a:ea typeface="Poppins"/>
                <a:cs typeface="Poppins"/>
                <a:sym typeface="Poppins"/>
              </a:rPr>
              <a:t>Menyelenggarakan ajang kompetisi dan nonkompetisi tertuang pada Pasal 23 dan Pasal 25.</a:t>
            </a:r>
            <a:endParaRPr sz="1300">
              <a:solidFill>
                <a:schemeClr val="dk1"/>
              </a:solidFill>
              <a:latin typeface="Poppins"/>
              <a:ea typeface="Poppins"/>
              <a:cs typeface="Poppins"/>
              <a:sym typeface="Poppins"/>
            </a:endParaRPr>
          </a:p>
          <a:p>
            <a:pPr indent="-172549" lvl="0" marL="179999" rtl="0" algn="just">
              <a:lnSpc>
                <a:spcPct val="115000"/>
              </a:lnSpc>
              <a:spcBef>
                <a:spcPts val="0"/>
              </a:spcBef>
              <a:spcAft>
                <a:spcPts val="0"/>
              </a:spcAft>
              <a:buClr>
                <a:schemeClr val="dk1"/>
              </a:buClr>
              <a:buSzPts val="1300"/>
              <a:buFont typeface="Nunito"/>
              <a:buChar char="•"/>
            </a:pPr>
            <a:r>
              <a:rPr lang="en-ID" sz="1300">
                <a:solidFill>
                  <a:schemeClr val="dk1"/>
                </a:solidFill>
                <a:latin typeface="Poppins"/>
                <a:ea typeface="Poppins"/>
                <a:cs typeface="Poppins"/>
                <a:sym typeface="Poppins"/>
              </a:rPr>
              <a:t>Memberikan fasilitasi apresiasi talenta murid di tingkat provinsi, nasional, dan internasional tertuang pada Pasal 34 dan 36.</a:t>
            </a:r>
            <a:endParaRPr sz="1300">
              <a:solidFill>
                <a:schemeClr val="dk1"/>
              </a:solidFill>
              <a:latin typeface="Poppins"/>
              <a:ea typeface="Poppins"/>
              <a:cs typeface="Poppins"/>
              <a:sym typeface="Poppins"/>
            </a:endParaRPr>
          </a:p>
          <a:p>
            <a:pPr indent="-172549" lvl="0" marL="179999" rtl="0" algn="just">
              <a:lnSpc>
                <a:spcPct val="115000"/>
              </a:lnSpc>
              <a:spcBef>
                <a:spcPts val="0"/>
              </a:spcBef>
              <a:spcAft>
                <a:spcPts val="0"/>
              </a:spcAft>
              <a:buClr>
                <a:schemeClr val="dk1"/>
              </a:buClr>
              <a:buSzPts val="1300"/>
              <a:buFont typeface="Nunito"/>
              <a:buChar char="•"/>
            </a:pPr>
            <a:r>
              <a:rPr lang="en-ID" sz="1300">
                <a:solidFill>
                  <a:schemeClr val="dk1"/>
                </a:solidFill>
                <a:latin typeface="Poppins"/>
                <a:ea typeface="Poppins"/>
                <a:cs typeface="Poppins"/>
                <a:sym typeface="Poppins"/>
              </a:rPr>
              <a:t>Pemberdayaan talenta murid dan karya talenta Murid. (Pasal 37)</a:t>
            </a:r>
            <a:endParaRPr b="1" sz="1300">
              <a:solidFill>
                <a:schemeClr val="dk1"/>
              </a:solidFill>
              <a:latin typeface="Poppins"/>
              <a:ea typeface="Poppins"/>
              <a:cs typeface="Poppins"/>
              <a:sym typeface="Poppins"/>
            </a:endParaRPr>
          </a:p>
        </p:txBody>
      </p:sp>
      <p:sp>
        <p:nvSpPr>
          <p:cNvPr id="225" name="Google Shape;225;p9"/>
          <p:cNvSpPr txBox="1"/>
          <p:nvPr>
            <p:ph idx="6" type="title"/>
          </p:nvPr>
        </p:nvSpPr>
        <p:spPr>
          <a:xfrm>
            <a:off x="2334625" y="228975"/>
            <a:ext cx="4799100" cy="43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ID" sz="2400"/>
              <a:t>Peran </a:t>
            </a:r>
            <a:endParaRPr b="0" sz="2400"/>
          </a:p>
        </p:txBody>
      </p:sp>
      <p:cxnSp>
        <p:nvCxnSpPr>
          <p:cNvPr id="226" name="Google Shape;226;p9"/>
          <p:cNvCxnSpPr/>
          <p:nvPr/>
        </p:nvCxnSpPr>
        <p:spPr>
          <a:xfrm>
            <a:off x="2322462" y="694573"/>
            <a:ext cx="4499100" cy="0"/>
          </a:xfrm>
          <a:prstGeom prst="straightConnector1">
            <a:avLst/>
          </a:prstGeom>
          <a:noFill/>
          <a:ln cap="flat" cmpd="sng" w="19050">
            <a:solidFill>
              <a:schemeClr val="dk1"/>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bc528712b4_0_0"/>
          <p:cNvSpPr txBox="1"/>
          <p:nvPr/>
        </p:nvSpPr>
        <p:spPr>
          <a:xfrm>
            <a:off x="436500" y="3330525"/>
            <a:ext cx="8239500" cy="923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ID" sz="1200">
                <a:solidFill>
                  <a:schemeClr val="dk1"/>
                </a:solidFill>
                <a:latin typeface="Poppins"/>
                <a:ea typeface="Poppins"/>
                <a:cs typeface="Poppins"/>
                <a:sym typeface="Poppins"/>
              </a:rPr>
              <a:t>Basis data terintegrasi yang dikelola Kementerian dan berisi seluruh data pelaksanaan dari 5 tahapan (Identifikasi hingga Kapitalisasi). SIMT Murid menjadi dasar perencanaan dan pelaksanaan kebijakan Manajemen Talenta. (Pasal 38)</a:t>
            </a:r>
            <a:endParaRPr sz="1100">
              <a:solidFill>
                <a:schemeClr val="dk1"/>
              </a:solidFill>
              <a:latin typeface="Poppins"/>
              <a:ea typeface="Poppins"/>
              <a:cs typeface="Poppins"/>
              <a:sym typeface="Poppins"/>
            </a:endParaRPr>
          </a:p>
        </p:txBody>
      </p:sp>
      <p:sp>
        <p:nvSpPr>
          <p:cNvPr id="232" name="Google Shape;232;g3bc528712b4_0_0"/>
          <p:cNvSpPr txBox="1"/>
          <p:nvPr>
            <p:ph idx="6" type="title"/>
          </p:nvPr>
        </p:nvSpPr>
        <p:spPr>
          <a:xfrm>
            <a:off x="814050" y="2706940"/>
            <a:ext cx="7635900" cy="4302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ID" sz="1900"/>
              <a:t>Sistem Informasi Manajemen Talenta (SIMT) Murid</a:t>
            </a:r>
            <a:endParaRPr b="0" sz="1900">
              <a:solidFill>
                <a:srgbClr val="000000"/>
              </a:solidFill>
              <a:latin typeface="Arial"/>
              <a:ea typeface="Arial"/>
              <a:cs typeface="Arial"/>
              <a:sym typeface="Arial"/>
            </a:endParaRPr>
          </a:p>
          <a:p>
            <a:pPr indent="0" lvl="0" marL="0" rtl="0" algn="l">
              <a:lnSpc>
                <a:spcPct val="100000"/>
              </a:lnSpc>
              <a:spcBef>
                <a:spcPts val="0"/>
              </a:spcBef>
              <a:spcAft>
                <a:spcPts val="0"/>
              </a:spcAft>
              <a:buSzPts val="3000"/>
              <a:buNone/>
            </a:pPr>
            <a:r>
              <a:t/>
            </a:r>
            <a:endParaRPr sz="1800"/>
          </a:p>
        </p:txBody>
      </p:sp>
      <p:cxnSp>
        <p:nvCxnSpPr>
          <p:cNvPr id="233" name="Google Shape;233;g3bc528712b4_0_0"/>
          <p:cNvCxnSpPr/>
          <p:nvPr/>
        </p:nvCxnSpPr>
        <p:spPr>
          <a:xfrm>
            <a:off x="2428733" y="3216986"/>
            <a:ext cx="4499100" cy="0"/>
          </a:xfrm>
          <a:prstGeom prst="straightConnector1">
            <a:avLst/>
          </a:prstGeom>
          <a:noFill/>
          <a:ln cap="flat" cmpd="sng" w="19050">
            <a:solidFill>
              <a:schemeClr val="dk1"/>
            </a:solidFill>
            <a:prstDash val="solid"/>
            <a:round/>
            <a:headEnd len="sm" w="sm" type="none"/>
            <a:tailEnd len="sm" w="sm" type="none"/>
          </a:ln>
        </p:spPr>
      </p:cxnSp>
      <p:sp>
        <p:nvSpPr>
          <p:cNvPr id="234" name="Google Shape;234;g3bc528712b4_0_0"/>
          <p:cNvSpPr txBox="1"/>
          <p:nvPr/>
        </p:nvSpPr>
        <p:spPr>
          <a:xfrm>
            <a:off x="512250" y="1510038"/>
            <a:ext cx="8239500" cy="1200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ID" sz="1200">
                <a:solidFill>
                  <a:schemeClr val="dk1"/>
                </a:solidFill>
                <a:latin typeface="Poppins"/>
                <a:ea typeface="Poppins"/>
                <a:cs typeface="Poppins"/>
                <a:sym typeface="Poppins"/>
              </a:rPr>
              <a:t>Kurasi Ajang Talenta Murid merupakan proses menjamin kualitas prestasi Talenta Murid yang diperoleh dari Ajang Talenta Murid. (Pasal 30 Ayat 1)</a:t>
            </a:r>
            <a:endParaRPr sz="12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rPr lang="en-ID" sz="1200">
                <a:solidFill>
                  <a:schemeClr val="dk1"/>
                </a:solidFill>
                <a:latin typeface="Poppins"/>
                <a:ea typeface="Poppins"/>
                <a:cs typeface="Poppins"/>
                <a:sym typeface="Poppins"/>
              </a:rPr>
              <a:t>Kurasi Ajang Talenta Murid diatur dalam Pasal 31 s.d. 33 Permendikdasmen ini.</a:t>
            </a:r>
            <a:endParaRPr sz="12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200">
              <a:solidFill>
                <a:schemeClr val="dk1"/>
              </a:solidFill>
              <a:latin typeface="Poppins"/>
              <a:ea typeface="Poppins"/>
              <a:cs typeface="Poppins"/>
              <a:sym typeface="Poppins"/>
            </a:endParaRPr>
          </a:p>
        </p:txBody>
      </p:sp>
      <p:sp>
        <p:nvSpPr>
          <p:cNvPr id="235" name="Google Shape;235;g3bc528712b4_0_0"/>
          <p:cNvSpPr txBox="1"/>
          <p:nvPr>
            <p:ph idx="6" type="title"/>
          </p:nvPr>
        </p:nvSpPr>
        <p:spPr>
          <a:xfrm>
            <a:off x="889800" y="910488"/>
            <a:ext cx="7635900" cy="43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ID" sz="1900"/>
              <a:t>Kurasi Ajang Talenta Murid</a:t>
            </a:r>
            <a:endParaRPr sz="1800"/>
          </a:p>
        </p:txBody>
      </p:sp>
      <p:cxnSp>
        <p:nvCxnSpPr>
          <p:cNvPr id="236" name="Google Shape;236;g3bc528712b4_0_0"/>
          <p:cNvCxnSpPr/>
          <p:nvPr/>
        </p:nvCxnSpPr>
        <p:spPr>
          <a:xfrm>
            <a:off x="2488460" y="1396499"/>
            <a:ext cx="4499100" cy="0"/>
          </a:xfrm>
          <a:prstGeom prst="straightConnector1">
            <a:avLst/>
          </a:prstGeom>
          <a:noFill/>
          <a:ln cap="flat" cmpd="sng" w="19050">
            <a:solidFill>
              <a:schemeClr val="dk1"/>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2"/>
          <p:cNvSpPr txBox="1"/>
          <p:nvPr>
            <p:ph idx="3" type="subTitle"/>
          </p:nvPr>
        </p:nvSpPr>
        <p:spPr>
          <a:xfrm>
            <a:off x="498098" y="2044183"/>
            <a:ext cx="3958103" cy="776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400"/>
              <a:buNone/>
            </a:pPr>
            <a:r>
              <a:rPr b="1" lang="en-ID"/>
              <a:t>DINYATAKAN TIDAK BERLAKU (STOP)</a:t>
            </a:r>
            <a:endParaRPr b="1"/>
          </a:p>
          <a:p>
            <a:pPr indent="0" lvl="0" marL="0" rtl="0" algn="just">
              <a:lnSpc>
                <a:spcPct val="150000"/>
              </a:lnSpc>
              <a:spcBef>
                <a:spcPts val="0"/>
              </a:spcBef>
              <a:spcAft>
                <a:spcPts val="0"/>
              </a:spcAft>
              <a:buSzPts val="1400"/>
              <a:buNone/>
            </a:pPr>
            <a:r>
              <a:rPr lang="en-ID" sz="1100"/>
              <a:t>Seluruh ketentuan yang berkaitan dengan manajemen talenta peserta didik dalam Peraturan Menteri Pendidikan, Kebudayaaan, Riset, dan Teknologi Nomor 71 Tahun 2024. (Pasal 42)</a:t>
            </a:r>
            <a:endParaRPr sz="1050"/>
          </a:p>
        </p:txBody>
      </p:sp>
      <p:sp>
        <p:nvSpPr>
          <p:cNvPr id="242" name="Google Shape;242;p12"/>
          <p:cNvSpPr txBox="1"/>
          <p:nvPr>
            <p:ph idx="6" type="title"/>
          </p:nvPr>
        </p:nvSpPr>
        <p:spPr>
          <a:xfrm>
            <a:off x="710749" y="678416"/>
            <a:ext cx="7972506" cy="776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ID" sz="1800"/>
              <a:t>Ketentuan Peralihan (Pasal 41)</a:t>
            </a:r>
            <a:endParaRPr b="0" sz="1400"/>
          </a:p>
        </p:txBody>
      </p:sp>
      <p:cxnSp>
        <p:nvCxnSpPr>
          <p:cNvPr id="243" name="Google Shape;243;p12"/>
          <p:cNvCxnSpPr/>
          <p:nvPr/>
        </p:nvCxnSpPr>
        <p:spPr>
          <a:xfrm>
            <a:off x="2724128" y="1135494"/>
            <a:ext cx="4499100" cy="0"/>
          </a:xfrm>
          <a:prstGeom prst="straightConnector1">
            <a:avLst/>
          </a:prstGeom>
          <a:noFill/>
          <a:ln cap="flat" cmpd="sng" w="19050">
            <a:solidFill>
              <a:schemeClr val="dk1"/>
            </a:solidFill>
            <a:prstDash val="solid"/>
            <a:round/>
            <a:headEnd len="sm" w="sm" type="none"/>
            <a:tailEnd len="sm" w="sm" type="none"/>
          </a:ln>
        </p:spPr>
      </p:cxnSp>
      <p:sp>
        <p:nvSpPr>
          <p:cNvPr id="244" name="Google Shape;244;p12"/>
          <p:cNvSpPr txBox="1"/>
          <p:nvPr/>
        </p:nvSpPr>
        <p:spPr>
          <a:xfrm>
            <a:off x="4687801" y="2038424"/>
            <a:ext cx="4156450" cy="776400"/>
          </a:xfrm>
          <a:prstGeom prst="rect">
            <a:avLst/>
          </a:prstGeom>
          <a:noFill/>
          <a:ln>
            <a:noFill/>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chemeClr val="dk1"/>
              </a:buClr>
              <a:buSzPts val="1400"/>
              <a:buFont typeface="Nunito"/>
              <a:buNone/>
            </a:pPr>
            <a:r>
              <a:rPr b="1" i="0" lang="en-ID" sz="1400" u="none" cap="none" strike="noStrike">
                <a:solidFill>
                  <a:schemeClr val="dk1"/>
                </a:solidFill>
                <a:latin typeface="Poppins"/>
                <a:ea typeface="Poppins"/>
                <a:cs typeface="Poppins"/>
                <a:sym typeface="Poppins"/>
              </a:rPr>
              <a:t>TETAP BERLAKU SEMENTARA (CONTINUE)</a:t>
            </a:r>
            <a:endParaRPr b="1" i="0" sz="1400" u="none" cap="none" strike="noStrike">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400"/>
              <a:buFont typeface="Nunito"/>
              <a:buNone/>
            </a:pPr>
            <a:r>
              <a:rPr lang="en-ID" sz="1100">
                <a:solidFill>
                  <a:schemeClr val="dk1"/>
                </a:solidFill>
                <a:latin typeface="Poppins"/>
                <a:ea typeface="Poppins"/>
                <a:cs typeface="Poppins"/>
                <a:sym typeface="Poppins"/>
              </a:rPr>
              <a:t>Pelaksanaan kurasi prestasi Ajang Talenta tingkat kabupaten/kota dan provinsi untuk sementara tetap dilaksanakan oleh Kementerian sampai terbentuknya tim kurasi di Pemerintah Daerah Provinsi. (Pasal 41a) </a:t>
            </a:r>
            <a:endParaRPr sz="1050">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chemeClr val="dk1"/>
              </a:buClr>
              <a:buSzPts val="1400"/>
              <a:buFont typeface="Nunito"/>
              <a:buNone/>
            </a:pPr>
            <a:r>
              <a:t/>
            </a:r>
            <a:endParaRPr sz="1100">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chemeClr val="dk1"/>
              </a:buClr>
              <a:buSzPts val="1400"/>
              <a:buFont typeface="Nunito"/>
              <a:buNone/>
            </a:pPr>
            <a:r>
              <a:rPr b="0" i="0" lang="en-ID" sz="1100" u="none" cap="none" strike="noStrike">
                <a:solidFill>
                  <a:schemeClr val="dk1"/>
                </a:solidFill>
                <a:latin typeface="Poppins"/>
                <a:ea typeface="Poppins"/>
                <a:cs typeface="Poppins"/>
                <a:sym typeface="Poppins"/>
              </a:rPr>
              <a:t>Seluruh proses dan hasil pelaksanaan kurasi yang didasarkan pada Permen 71/2024 tetap berlaku sampai dengan selesai dan habis masa berlakunya. (Pasal 41b)</a:t>
            </a:r>
            <a:endParaRPr b="0" i="0" sz="1050" u="none" cap="none" strike="noStrike">
              <a:solidFill>
                <a:schemeClr val="dk1"/>
              </a:solidFill>
              <a:latin typeface="Poppins"/>
              <a:ea typeface="Poppins"/>
              <a:cs typeface="Poppins"/>
              <a:sym typeface="Poppins"/>
            </a:endParaRPr>
          </a:p>
        </p:txBody>
      </p:sp>
      <p:pic>
        <p:nvPicPr>
          <p:cNvPr descr="No sign" id="245" name="Google Shape;245;p12"/>
          <p:cNvPicPr preferRelativeResize="0"/>
          <p:nvPr/>
        </p:nvPicPr>
        <p:blipFill rotWithShape="1">
          <a:blip r:embed="rId3">
            <a:alphaModFix/>
          </a:blip>
          <a:srcRect b="0" l="0" r="0" t="0"/>
          <a:stretch/>
        </p:blipFill>
        <p:spPr>
          <a:xfrm>
            <a:off x="1896140" y="1223260"/>
            <a:ext cx="914400" cy="914400"/>
          </a:xfrm>
          <a:prstGeom prst="rect">
            <a:avLst/>
          </a:prstGeom>
          <a:noFill/>
          <a:ln>
            <a:noFill/>
          </a:ln>
        </p:spPr>
      </p:pic>
      <p:pic>
        <p:nvPicPr>
          <p:cNvPr descr="Checkmark" id="246" name="Google Shape;246;p12"/>
          <p:cNvPicPr preferRelativeResize="0"/>
          <p:nvPr/>
        </p:nvPicPr>
        <p:blipFill rotWithShape="1">
          <a:blip r:embed="rId4">
            <a:alphaModFix/>
          </a:blip>
          <a:srcRect b="0" l="0" r="0" t="0"/>
          <a:stretch/>
        </p:blipFill>
        <p:spPr>
          <a:xfrm>
            <a:off x="6308826" y="1223260"/>
            <a:ext cx="914400" cy="914400"/>
          </a:xfrm>
          <a:prstGeom prst="rect">
            <a:avLst/>
          </a:prstGeom>
          <a:noFill/>
          <a:ln>
            <a:noFill/>
          </a:ln>
        </p:spPr>
      </p:pic>
      <p:cxnSp>
        <p:nvCxnSpPr>
          <p:cNvPr id="247" name="Google Shape;247;p12"/>
          <p:cNvCxnSpPr/>
          <p:nvPr/>
        </p:nvCxnSpPr>
        <p:spPr>
          <a:xfrm>
            <a:off x="4572000" y="1454816"/>
            <a:ext cx="0" cy="3230598"/>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647"/>
              </a:srgbClr>
            </a:outerShdw>
          </a:effectLst>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p:nvPr/>
        </p:nvSpPr>
        <p:spPr>
          <a:xfrm>
            <a:off x="3778780" y="1063158"/>
            <a:ext cx="4453720" cy="244204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0"/>
              <a:buFont typeface="Arial"/>
              <a:buNone/>
            </a:pPr>
            <a:r>
              <a:rPr b="1" i="0" lang="en-ID" sz="8000" u="none" cap="none" strike="noStrike">
                <a:solidFill>
                  <a:srgbClr val="2E3C4E"/>
                </a:solidFill>
                <a:latin typeface="Barlow"/>
                <a:ea typeface="Barlow"/>
                <a:cs typeface="Barlow"/>
                <a:sym typeface="Barlow"/>
              </a:rPr>
              <a:t>Terima Kasih</a:t>
            </a:r>
            <a:endParaRPr b="0" i="0" sz="8000" u="none" cap="none" strike="noStrike">
              <a:solidFill>
                <a:srgbClr val="000000"/>
              </a:solidFill>
              <a:latin typeface="Arial"/>
              <a:ea typeface="Arial"/>
              <a:cs typeface="Arial"/>
              <a:sym typeface="Arial"/>
            </a:endParaRPr>
          </a:p>
        </p:txBody>
      </p:sp>
      <p:pic>
        <p:nvPicPr>
          <p:cNvPr id="253" name="Google Shape;253;p16"/>
          <p:cNvPicPr preferRelativeResize="0"/>
          <p:nvPr/>
        </p:nvPicPr>
        <p:blipFill rotWithShape="1">
          <a:blip r:embed="rId3">
            <a:alphaModFix/>
          </a:blip>
          <a:srcRect b="0" l="0" r="51424" t="0"/>
          <a:stretch/>
        </p:blipFill>
        <p:spPr>
          <a:xfrm>
            <a:off x="787192" y="1139932"/>
            <a:ext cx="2646270" cy="3263962"/>
          </a:xfrm>
          <a:prstGeom prst="rect">
            <a:avLst/>
          </a:prstGeom>
          <a:noFill/>
          <a:ln>
            <a:noFill/>
          </a:ln>
        </p:spPr>
      </p:pic>
      <p:pic>
        <p:nvPicPr>
          <p:cNvPr id="254" name="Google Shape;254;p16"/>
          <p:cNvPicPr preferRelativeResize="0"/>
          <p:nvPr/>
        </p:nvPicPr>
        <p:blipFill rotWithShape="1">
          <a:blip r:embed="rId4">
            <a:alphaModFix/>
          </a:blip>
          <a:srcRect b="45317" l="0" r="0" t="0"/>
          <a:stretch/>
        </p:blipFill>
        <p:spPr>
          <a:xfrm>
            <a:off x="3476321" y="3890126"/>
            <a:ext cx="5058638" cy="280945"/>
          </a:xfrm>
          <a:prstGeom prst="rect">
            <a:avLst/>
          </a:prstGeom>
          <a:noFill/>
          <a:ln>
            <a:noFill/>
          </a:ln>
        </p:spPr>
      </p:pic>
      <p:pic>
        <p:nvPicPr>
          <p:cNvPr id="255" name="Google Shape;255;p16"/>
          <p:cNvPicPr preferRelativeResize="0"/>
          <p:nvPr/>
        </p:nvPicPr>
        <p:blipFill rotWithShape="1">
          <a:blip r:embed="rId5">
            <a:alphaModFix/>
          </a:blip>
          <a:srcRect b="-1" l="21203" r="36100" t="76610"/>
          <a:stretch/>
        </p:blipFill>
        <p:spPr>
          <a:xfrm>
            <a:off x="5310056" y="3701793"/>
            <a:ext cx="1391167" cy="14388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ist Slides for meeting by Slidesgo">
  <a:themeElements>
    <a:clrScheme name="Simple Light">
      <a:dk1>
        <a:srgbClr val="3F4252"/>
      </a:dk1>
      <a:lt1>
        <a:srgbClr val="F5F5F5"/>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3F425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2026-01-29T16:06:17Z</dcterms:created>
  <dc:creator>Nafiriz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01C5503B2AFD48CDA73F87F8265F3461_13</vt:lpwstr>
  </property>
  <property fmtid="{D5CDD505-2E9C-101B-9397-08002B2CF9AE}" pid="3" name="KSOProductBuildVer">
    <vt:lpwstr>1033-12.2.0.23196</vt:lpwstr>
  </property>
</Properties>
</file>