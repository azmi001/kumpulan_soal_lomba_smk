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d44a55cc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9d44a55cc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9d44a55c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9d44a55c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d44a55cc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d44a55cc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d44a55cc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d44a55cc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d44a55cc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d44a55cc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66ccb3a1c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66ccb3a1c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9d44a55cc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9d44a55cc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d44a55cc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d44a55cc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9d44a55cc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9d44a55cc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d44a55cc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9d44a55cc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9d44a55cc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9d44a55cc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d44a55cce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d44a55cce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d44a55cce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d44a55cce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66ccb3a1c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66ccb3a1c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9d44a55cce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9d44a55cce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9d44a55cce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9d44a55cce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9d44a55cce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9d44a55cc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9d44a55cce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9d44a55cce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60800" y="932600"/>
            <a:ext cx="7225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Presentasi Hasil LKSN TDG 2022 - Asal Provinsi</a:t>
            </a:r>
            <a:endParaRPr sz="4900"/>
          </a:p>
        </p:txBody>
      </p:sp>
      <p:sp>
        <p:nvSpPr>
          <p:cNvPr id="57" name="Google Shape;57;p13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260800" y="126450"/>
            <a:ext cx="339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LKSN Teknologi Desain Grafis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260800" y="6559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Profile singkat</a:t>
            </a:r>
            <a:endParaRPr sz="4100"/>
          </a:p>
        </p:txBody>
      </p:sp>
      <p:sp>
        <p:nvSpPr>
          <p:cNvPr id="66" name="Google Shape;66;p14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260800" y="126450"/>
            <a:ext cx="339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LKSN Teknologi Desain Grafis </a:t>
            </a:r>
            <a:r>
              <a:rPr lang="en">
                <a:solidFill>
                  <a:schemeClr val="dk1"/>
                </a:solidFill>
              </a:rPr>
              <a:t>2022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408250" y="1497025"/>
            <a:ext cx="63138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Nama saya Reo Rendhika yang lahir pada </a:t>
            </a:r>
            <a:r>
              <a:rPr lang="en" sz="1000">
                <a:solidFill>
                  <a:srgbClr val="FF0000"/>
                </a:solidFill>
              </a:rPr>
              <a:t>&lt;tanggal Lahir&gt;</a:t>
            </a:r>
            <a:r>
              <a:rPr lang="en" sz="1000">
                <a:solidFill>
                  <a:schemeClr val="dk1"/>
                </a:solidFill>
              </a:rPr>
              <a:t> di </a:t>
            </a:r>
            <a:r>
              <a:rPr lang="en" sz="1000">
                <a:solidFill>
                  <a:srgbClr val="FF0000"/>
                </a:solidFill>
              </a:rPr>
              <a:t>&lt;tempat lahir&gt;</a:t>
            </a:r>
            <a:r>
              <a:rPr lang="en" sz="1000">
                <a:solidFill>
                  <a:schemeClr val="dk1"/>
                </a:solidFill>
              </a:rPr>
              <a:t> merupakan </a:t>
            </a:r>
            <a:r>
              <a:rPr lang="en" sz="1000">
                <a:solidFill>
                  <a:srgbClr val="FF0000"/>
                </a:solidFill>
              </a:rPr>
              <a:t>&lt;siswa/alumni&gt;</a:t>
            </a:r>
            <a:r>
              <a:rPr lang="en" sz="1000">
                <a:solidFill>
                  <a:schemeClr val="dk1"/>
                </a:solidFill>
              </a:rPr>
              <a:t> dari SMK </a:t>
            </a:r>
            <a:r>
              <a:rPr lang="en" sz="1000">
                <a:solidFill>
                  <a:srgbClr val="FF0000"/>
                </a:solidFill>
              </a:rPr>
              <a:t>&lt;nama SMK&gt;</a:t>
            </a:r>
            <a:r>
              <a:rPr lang="en" sz="1000">
                <a:solidFill>
                  <a:schemeClr val="dk1"/>
                </a:solidFill>
              </a:rPr>
              <a:t> angakatan </a:t>
            </a:r>
            <a:r>
              <a:rPr lang="en" sz="1000">
                <a:solidFill>
                  <a:srgbClr val="FF0000"/>
                </a:solidFill>
              </a:rPr>
              <a:t>&lt;tahun angkatan&gt;</a:t>
            </a:r>
            <a:r>
              <a:rPr lang="en" sz="1000">
                <a:solidFill>
                  <a:schemeClr val="dk1"/>
                </a:solidFill>
              </a:rPr>
              <a:t> yang menjadi peserta LKSN 2022.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Sebelum bersekolah di SMK saya bersekolah di SD </a:t>
            </a:r>
            <a:r>
              <a:rPr lang="en" sz="1000">
                <a:solidFill>
                  <a:srgbClr val="FF0000"/>
                </a:solidFill>
              </a:rPr>
              <a:t>&lt;nama SD&gt;</a:t>
            </a:r>
            <a:r>
              <a:rPr lang="en" sz="1000">
                <a:solidFill>
                  <a:schemeClr val="dk1"/>
                </a:solidFill>
              </a:rPr>
              <a:t> dan di SMP </a:t>
            </a:r>
            <a:r>
              <a:rPr lang="en" sz="1000">
                <a:solidFill>
                  <a:srgbClr val="FF0000"/>
                </a:solidFill>
              </a:rPr>
              <a:t>&lt;nama SMP&gt;</a:t>
            </a:r>
            <a:r>
              <a:rPr lang="en" sz="1000">
                <a:solidFill>
                  <a:schemeClr val="dk1"/>
                </a:solidFill>
              </a:rPr>
              <a:t>. Selama bersekolah saya memiliki beragam prestasi seperti &lt;prestasi-prestasi sekolah&gt; dan cukup aktif sebagai siswa.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Setelah lulus dari SMK saya memiliki rencana untuk </a:t>
            </a:r>
            <a:r>
              <a:rPr lang="en" sz="1000">
                <a:solidFill>
                  <a:srgbClr val="FF0000"/>
                </a:solidFill>
              </a:rPr>
              <a:t>&lt;rencana&gt;</a:t>
            </a:r>
            <a:r>
              <a:rPr lang="en" sz="1000">
                <a:solidFill>
                  <a:schemeClr val="dk1"/>
                </a:solidFill>
              </a:rPr>
              <a:t> semoga dapat terealisasi melalui LKSN 2022 ini. Saya terus berusaha yang terbaik untuk meraih cita-cita saya yaitu </a:t>
            </a:r>
            <a:r>
              <a:rPr lang="en" sz="1000">
                <a:solidFill>
                  <a:srgbClr val="FF0000"/>
                </a:solidFill>
              </a:rPr>
              <a:t>&lt;cita-cita&gt;</a:t>
            </a:r>
            <a:r>
              <a:rPr lang="en" sz="1000">
                <a:solidFill>
                  <a:schemeClr val="dk1"/>
                </a:solidFill>
              </a:rPr>
              <a:t>. Tentu saja hal ini bukan hal yang mudah, perlu komitmen dan semangat yang besar setiap harinya. 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260800" y="126450"/>
            <a:ext cx="339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LKSN Teknologi Desain Grafis </a:t>
            </a:r>
            <a:r>
              <a:rPr lang="en">
                <a:solidFill>
                  <a:schemeClr val="dk1"/>
                </a:solidFill>
              </a:rPr>
              <a:t>2022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260800" y="932600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Modul 1</a:t>
            </a:r>
            <a:endParaRPr sz="4400"/>
          </a:p>
        </p:txBody>
      </p:sp>
      <p:sp>
        <p:nvSpPr>
          <p:cNvPr id="78" name="Google Shape;78;p15"/>
          <p:cNvSpPr txBox="1"/>
          <p:nvPr/>
        </p:nvSpPr>
        <p:spPr>
          <a:xfrm>
            <a:off x="260800" y="19847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Design Process</a:t>
            </a:r>
            <a:endParaRPr sz="3400"/>
          </a:p>
        </p:txBody>
      </p:sp>
      <p:sp>
        <p:nvSpPr>
          <p:cNvPr id="79" name="Google Shape;79;p15"/>
          <p:cNvSpPr txBox="1"/>
          <p:nvPr/>
        </p:nvSpPr>
        <p:spPr>
          <a:xfrm>
            <a:off x="260800" y="3361138"/>
            <a:ext cx="502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Mindmap, Moodboard,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Logo Matriks, Logo Vector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1 - </a:t>
            </a:r>
            <a:r>
              <a:rPr lang="en"/>
              <a:t>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260800" y="6559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Mindmap</a:t>
            </a:r>
            <a:endParaRPr sz="4100"/>
          </a:p>
        </p:txBody>
      </p:sp>
      <p:sp>
        <p:nvSpPr>
          <p:cNvPr id="88" name="Google Shape;88;p16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95" name="Google Shape;95;p17"/>
          <p:cNvSpPr txBox="1"/>
          <p:nvPr/>
        </p:nvSpPr>
        <p:spPr>
          <a:xfrm>
            <a:off x="260800" y="6559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Moodboard</a:t>
            </a:r>
            <a:endParaRPr sz="4100"/>
          </a:p>
        </p:txBody>
      </p:sp>
      <p:sp>
        <p:nvSpPr>
          <p:cNvPr id="96" name="Google Shape;96;p17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1 -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260800" y="6559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Logo Matriks</a:t>
            </a:r>
            <a:endParaRPr sz="4100"/>
          </a:p>
        </p:txBody>
      </p:sp>
      <p:sp>
        <p:nvSpPr>
          <p:cNvPr id="105" name="Google Shape;105;p18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1 -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260800" y="6559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Logo Vector</a:t>
            </a:r>
            <a:endParaRPr sz="4100"/>
          </a:p>
        </p:txBody>
      </p:sp>
      <p:sp>
        <p:nvSpPr>
          <p:cNvPr id="114" name="Google Shape;114;p19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1 -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260800" y="126450"/>
            <a:ext cx="339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LKSN Teknologi Desain Grafis </a:t>
            </a:r>
            <a:r>
              <a:rPr lang="en">
                <a:solidFill>
                  <a:schemeClr val="dk1"/>
                </a:solidFill>
              </a:rPr>
              <a:t>2022</a:t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1072150" y="4863025"/>
            <a:ext cx="4411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/>
        </p:nvSpPr>
        <p:spPr>
          <a:xfrm>
            <a:off x="260800" y="932600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Modul 2</a:t>
            </a:r>
            <a:endParaRPr sz="4400"/>
          </a:p>
        </p:txBody>
      </p:sp>
      <p:sp>
        <p:nvSpPr>
          <p:cNvPr id="126" name="Google Shape;126;p20"/>
          <p:cNvSpPr txBox="1"/>
          <p:nvPr/>
        </p:nvSpPr>
        <p:spPr>
          <a:xfrm>
            <a:off x="260800" y="19847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Editorial Design and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Digital Publishing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127" name="Google Shape;127;p20"/>
          <p:cNvSpPr txBox="1"/>
          <p:nvPr/>
        </p:nvSpPr>
        <p:spPr>
          <a:xfrm>
            <a:off x="260800" y="3361138"/>
            <a:ext cx="502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Stylescapes, Logo implementation</a:t>
            </a:r>
            <a:endParaRPr sz="2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34" name="Google Shape;134;p21"/>
          <p:cNvSpPr txBox="1"/>
          <p:nvPr/>
        </p:nvSpPr>
        <p:spPr>
          <a:xfrm>
            <a:off x="260800" y="6559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Stylescapes</a:t>
            </a:r>
            <a:endParaRPr sz="4100"/>
          </a:p>
        </p:txBody>
      </p:sp>
      <p:sp>
        <p:nvSpPr>
          <p:cNvPr id="135" name="Google Shape;135;p21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2 -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260800" y="6559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Logo implementation</a:t>
            </a:r>
            <a:endParaRPr sz="4100"/>
          </a:p>
        </p:txBody>
      </p:sp>
      <p:sp>
        <p:nvSpPr>
          <p:cNvPr id="144" name="Google Shape;144;p22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45" name="Google Shape;145;p22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2 -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260800" y="126450"/>
            <a:ext cx="339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LKSN Teknologi Desain Grafis </a:t>
            </a:r>
            <a:r>
              <a:rPr lang="en">
                <a:solidFill>
                  <a:schemeClr val="dk1"/>
                </a:solidFill>
              </a:rPr>
              <a:t>2022</a:t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260800" y="932600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Modul 3</a:t>
            </a:r>
            <a:endParaRPr sz="4400"/>
          </a:p>
        </p:txBody>
      </p:sp>
      <p:sp>
        <p:nvSpPr>
          <p:cNvPr id="155" name="Google Shape;155;p23"/>
          <p:cNvSpPr txBox="1"/>
          <p:nvPr/>
        </p:nvSpPr>
        <p:spPr>
          <a:xfrm>
            <a:off x="260800" y="19847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Corporate and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information design</a:t>
            </a:r>
            <a:endParaRPr sz="3400"/>
          </a:p>
        </p:txBody>
      </p:sp>
      <p:sp>
        <p:nvSpPr>
          <p:cNvPr id="156" name="Google Shape;156;p23"/>
          <p:cNvSpPr txBox="1"/>
          <p:nvPr/>
        </p:nvSpPr>
        <p:spPr>
          <a:xfrm>
            <a:off x="260800" y="3361138"/>
            <a:ext cx="502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Brand Guideline</a:t>
            </a:r>
            <a:endParaRPr sz="2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260800" y="655975"/>
            <a:ext cx="585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Brand Guide page 1-3  </a:t>
            </a:r>
            <a:endParaRPr sz="4100"/>
          </a:p>
        </p:txBody>
      </p:sp>
      <p:sp>
        <p:nvSpPr>
          <p:cNvPr id="164" name="Google Shape;164;p24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4 -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260800" y="655975"/>
            <a:ext cx="585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Brand Guide page </a:t>
            </a:r>
            <a:r>
              <a:rPr lang="en" sz="4100"/>
              <a:t>4-6</a:t>
            </a:r>
            <a:endParaRPr sz="4100"/>
          </a:p>
        </p:txBody>
      </p:sp>
      <p:sp>
        <p:nvSpPr>
          <p:cNvPr id="173" name="Google Shape;173;p25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4 -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260800" y="655975"/>
            <a:ext cx="585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Brand Guide page </a:t>
            </a:r>
            <a:r>
              <a:rPr lang="en" sz="4100"/>
              <a:t>7-9</a:t>
            </a:r>
            <a:endParaRPr sz="4100"/>
          </a:p>
        </p:txBody>
      </p:sp>
      <p:sp>
        <p:nvSpPr>
          <p:cNvPr id="182" name="Google Shape;182;p26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4 -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90" name="Google Shape;190;p27"/>
          <p:cNvSpPr txBox="1"/>
          <p:nvPr/>
        </p:nvSpPr>
        <p:spPr>
          <a:xfrm>
            <a:off x="260800" y="655975"/>
            <a:ext cx="6523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Brand Guide page 10-12</a:t>
            </a:r>
            <a:endParaRPr sz="4100"/>
          </a:p>
        </p:txBody>
      </p:sp>
      <p:sp>
        <p:nvSpPr>
          <p:cNvPr id="191" name="Google Shape;191;p27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4 -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199" name="Google Shape;199;p28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260800" y="126450"/>
            <a:ext cx="339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LKSN Teknologi Desain Grafis </a:t>
            </a:r>
            <a:r>
              <a:rPr lang="en">
                <a:solidFill>
                  <a:schemeClr val="dk1"/>
                </a:solidFill>
              </a:rPr>
              <a:t>2022</a:t>
            </a:r>
            <a:endParaRPr/>
          </a:p>
        </p:txBody>
      </p:sp>
      <p:sp>
        <p:nvSpPr>
          <p:cNvPr id="201" name="Google Shape;201;p28"/>
          <p:cNvSpPr txBox="1"/>
          <p:nvPr/>
        </p:nvSpPr>
        <p:spPr>
          <a:xfrm>
            <a:off x="260800" y="932600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Modul 4</a:t>
            </a:r>
            <a:endParaRPr sz="4400"/>
          </a:p>
        </p:txBody>
      </p:sp>
      <p:sp>
        <p:nvSpPr>
          <p:cNvPr id="202" name="Google Shape;202;p28"/>
          <p:cNvSpPr txBox="1"/>
          <p:nvPr/>
        </p:nvSpPr>
        <p:spPr>
          <a:xfrm>
            <a:off x="260800" y="1984775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Display design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with new media</a:t>
            </a:r>
            <a:endParaRPr sz="3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</p:txBody>
      </p:sp>
      <p:sp>
        <p:nvSpPr>
          <p:cNvPr id="203" name="Google Shape;203;p28"/>
          <p:cNvSpPr txBox="1"/>
          <p:nvPr/>
        </p:nvSpPr>
        <p:spPr>
          <a:xfrm>
            <a:off x="260800" y="3361138"/>
            <a:ext cx="5020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Low-fidelity Prototype,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Hi-fidelity Prototype.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260800" y="655975"/>
            <a:ext cx="585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Low-fidelity Prototype</a:t>
            </a:r>
            <a:endParaRPr sz="4100"/>
          </a:p>
        </p:txBody>
      </p:sp>
      <p:sp>
        <p:nvSpPr>
          <p:cNvPr id="211" name="Google Shape;211;p29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12" name="Google Shape;212;p29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5 -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218" name="Google Shape;218;p30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219" name="Google Shape;219;p30"/>
          <p:cNvSpPr txBox="1"/>
          <p:nvPr/>
        </p:nvSpPr>
        <p:spPr>
          <a:xfrm>
            <a:off x="260800" y="655975"/>
            <a:ext cx="5856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Hi-fidelity Prototype</a:t>
            </a:r>
            <a:endParaRPr sz="4100"/>
          </a:p>
        </p:txBody>
      </p:sp>
      <p:sp>
        <p:nvSpPr>
          <p:cNvPr id="220" name="Google Shape;220;p30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21" name="Google Shape;221;p30"/>
          <p:cNvSpPr txBox="1"/>
          <p:nvPr/>
        </p:nvSpPr>
        <p:spPr>
          <a:xfrm>
            <a:off x="260800" y="126450"/>
            <a:ext cx="360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 5 - LKSN Teknologi Desain Grafis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/>
          <p:nvPr/>
        </p:nvSpPr>
        <p:spPr>
          <a:xfrm>
            <a:off x="260800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00_Nama Peserta</a:t>
            </a:r>
            <a:endParaRPr/>
          </a:p>
        </p:txBody>
      </p:sp>
      <p:sp>
        <p:nvSpPr>
          <p:cNvPr id="227" name="Google Shape;227;p31"/>
          <p:cNvSpPr txBox="1"/>
          <p:nvPr/>
        </p:nvSpPr>
        <p:spPr>
          <a:xfrm>
            <a:off x="6962725" y="4639200"/>
            <a:ext cx="2031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00</a:t>
            </a:r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260800" y="932600"/>
            <a:ext cx="415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/>
              <a:t>Back Cover </a:t>
            </a:r>
            <a:endParaRPr sz="6600"/>
          </a:p>
        </p:txBody>
      </p:sp>
      <p:sp>
        <p:nvSpPr>
          <p:cNvPr id="229" name="Google Shape;229;p31"/>
          <p:cNvSpPr txBox="1"/>
          <p:nvPr/>
        </p:nvSpPr>
        <p:spPr>
          <a:xfrm>
            <a:off x="6891575" y="126450"/>
            <a:ext cx="20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260800" y="126450"/>
            <a:ext cx="339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LKSN Teknologi Desain Grafis </a:t>
            </a:r>
            <a:r>
              <a:rPr lang="en">
                <a:solidFill>
                  <a:schemeClr val="dk1"/>
                </a:solidFill>
              </a:rPr>
              <a:t>2022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