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Inter SemiBold"/>
      <p:regular r:id="rId28"/>
      <p:bold r:id="rId29"/>
      <p:italic r:id="rId30"/>
      <p:boldItalic r:id="rId31"/>
    </p:embeddedFont>
    <p:embeddedFont>
      <p:font typeface="Roboto"/>
      <p:regular r:id="rId32"/>
      <p:bold r:id="rId33"/>
      <p:italic r:id="rId34"/>
      <p:boldItalic r:id="rId35"/>
    </p:embeddedFont>
    <p:embeddedFont>
      <p:font typeface="Inter"/>
      <p:regular r:id="rId36"/>
      <p:bold r:id="rId37"/>
      <p:italic r:id="rId38"/>
      <p:boldItalic r:id="rId39"/>
    </p:embeddedFont>
    <p:embeddedFont>
      <p:font typeface="Inter ExtraBold"/>
      <p:bold r:id="rId40"/>
      <p:boldItalic r:id="rId41"/>
    </p:embeddedFont>
    <p:embeddedFont>
      <p:font typeface="Ojuju ExtraBold"/>
      <p:bold r:id="rId42"/>
    </p:embeddedFont>
    <p:embeddedFont>
      <p:font typeface="Archiv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7" roundtripDataSignature="AMtx7miCCN8ZOk9+P4gn8Aac/kOqBDlw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C1109F-0811-402B-A945-5BEB5A00304F}">
  <a:tblStyle styleId="{5EC1109F-0811-402B-A945-5BEB5A00304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9C866FB-C4CC-4B70-BFDF-F67A80A2F1A8}"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F33B694-2DE7-4DB5-9077-2928E63CEDD3}" styleName="Table_2">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ExtraBold-bold.fntdata"/><Relationship Id="rId20" Type="http://schemas.openxmlformats.org/officeDocument/2006/relationships/slide" Target="slides/slide14.xml"/><Relationship Id="rId42" Type="http://schemas.openxmlformats.org/officeDocument/2006/relationships/font" Target="fonts/OjujuExtraBold-bold.fntdata"/><Relationship Id="rId41" Type="http://schemas.openxmlformats.org/officeDocument/2006/relationships/font" Target="fonts/InterExtraBold-boldItalic.fntdata"/><Relationship Id="rId22" Type="http://schemas.openxmlformats.org/officeDocument/2006/relationships/slide" Target="slides/slide16.xml"/><Relationship Id="rId44" Type="http://schemas.openxmlformats.org/officeDocument/2006/relationships/font" Target="fonts/Archivo-bold.fntdata"/><Relationship Id="rId21" Type="http://schemas.openxmlformats.org/officeDocument/2006/relationships/slide" Target="slides/slide15.xml"/><Relationship Id="rId43" Type="http://schemas.openxmlformats.org/officeDocument/2006/relationships/font" Target="fonts/Archivo-regular.fntdata"/><Relationship Id="rId24" Type="http://schemas.openxmlformats.org/officeDocument/2006/relationships/slide" Target="slides/slide18.xml"/><Relationship Id="rId46" Type="http://schemas.openxmlformats.org/officeDocument/2006/relationships/font" Target="fonts/Archivo-boldItalic.fntdata"/><Relationship Id="rId23" Type="http://schemas.openxmlformats.org/officeDocument/2006/relationships/slide" Target="slides/slide17.xml"/><Relationship Id="rId45" Type="http://schemas.openxmlformats.org/officeDocument/2006/relationships/font" Target="fonts/Archiv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font" Target="fonts/InterSemiBold-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SemiBold-boldItalic.fntdata"/><Relationship Id="rId30" Type="http://schemas.openxmlformats.org/officeDocument/2006/relationships/font" Target="fonts/InterSemiBold-italic.fntdata"/><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 name="Google Shape;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 name="Google Shape;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PERLU DI UPDATE - </a:t>
            </a:r>
            <a:r>
              <a:rPr lang="en" sz="1200">
                <a:solidFill>
                  <a:schemeClr val="dk1"/>
                </a:solidFill>
                <a:latin typeface="Archivo"/>
                <a:ea typeface="Archivo"/>
                <a:cs typeface="Archivo"/>
                <a:sym typeface="Archivo"/>
              </a:rPr>
              <a:t>Corporate and information design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0" name="Google Shape;8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4" name="Google Shape;87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8" name="Google Shape;88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itl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Brown">
  <p:cSld name="TITLE_1_1_1_1">
    <p:spTree>
      <p:nvGrpSpPr>
        <p:cNvPr id="10" name="Shape 10"/>
        <p:cNvGrpSpPr/>
        <p:nvPr/>
      </p:nvGrpSpPr>
      <p:grpSpPr>
        <a:xfrm>
          <a:off x="0" y="0"/>
          <a:ext cx="0" cy="0"/>
          <a:chOff x="0" y="0"/>
          <a:chExt cx="0" cy="0"/>
        </a:xfrm>
      </p:grpSpPr>
      <p:sp>
        <p:nvSpPr>
          <p:cNvPr id="11" name="Google Shape;11;p24"/>
          <p:cNvSpPr txBox="1"/>
          <p:nvPr/>
        </p:nvSpPr>
        <p:spPr>
          <a:xfrm>
            <a:off x="3076925" y="4677450"/>
            <a:ext cx="58233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700" u="none" cap="none" strike="noStrike">
                <a:solidFill>
                  <a:srgbClr val="661F08"/>
                </a:solidFill>
                <a:latin typeface="Inter"/>
                <a:ea typeface="Inter"/>
                <a:cs typeface="Inter"/>
                <a:sym typeface="Inter"/>
              </a:rPr>
              <a:t>Dokumen ini adalah milik Tim Juri LKSN TDG 2025, dirangkum dari berbagai sumber untuk kalangan terbatas 2025</a:t>
            </a:r>
            <a:endParaRPr b="0" i="0" sz="700" u="none" cap="none" strike="noStrike">
              <a:solidFill>
                <a:srgbClr val="661F08"/>
              </a:solidFill>
              <a:latin typeface="Inter"/>
              <a:ea typeface="Inter"/>
              <a:cs typeface="Inter"/>
              <a:sym typeface="Inter"/>
            </a:endParaRPr>
          </a:p>
        </p:txBody>
      </p:sp>
      <p:sp>
        <p:nvSpPr>
          <p:cNvPr id="12" name="Google Shape;12;p24"/>
          <p:cNvSpPr txBox="1"/>
          <p:nvPr/>
        </p:nvSpPr>
        <p:spPr>
          <a:xfrm>
            <a:off x="309475" y="4678488"/>
            <a:ext cx="2112900" cy="2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661F08"/>
                </a:solidFill>
                <a:latin typeface="Inter"/>
                <a:ea typeface="Inter"/>
                <a:cs typeface="Inter"/>
                <a:sym typeface="Inter"/>
              </a:rPr>
              <a:t>Technical Meeting - </a:t>
            </a:r>
            <a:r>
              <a:rPr b="0" i="0" lang="en" sz="700" u="none" cap="none" strike="noStrike">
                <a:solidFill>
                  <a:srgbClr val="661F08"/>
                </a:solidFill>
                <a:latin typeface="Inter"/>
                <a:ea typeface="Inter"/>
                <a:cs typeface="Inter"/>
                <a:sym typeface="Inter"/>
              </a:rPr>
              <a:t>LKS Nasional 2025</a:t>
            </a:r>
            <a:endParaRPr b="1" i="0" sz="700" u="none" cap="none" strike="noStrike">
              <a:solidFill>
                <a:srgbClr val="661F0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661F08"/>
              </a:solidFill>
              <a:latin typeface="Inter"/>
              <a:ea typeface="Inter"/>
              <a:cs typeface="Inter"/>
              <a:sym typeface="Inte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Lilac">
  <p:cSld name="TITLE_1_1_1">
    <p:spTree>
      <p:nvGrpSpPr>
        <p:cNvPr id="13" name="Shape 13"/>
        <p:cNvGrpSpPr/>
        <p:nvPr/>
      </p:nvGrpSpPr>
      <p:grpSpPr>
        <a:xfrm>
          <a:off x="0" y="0"/>
          <a:ext cx="0" cy="0"/>
          <a:chOff x="0" y="0"/>
          <a:chExt cx="0" cy="0"/>
        </a:xfrm>
      </p:grpSpPr>
      <p:sp>
        <p:nvSpPr>
          <p:cNvPr id="14" name="Google Shape;14;p25"/>
          <p:cNvSpPr txBox="1"/>
          <p:nvPr/>
        </p:nvSpPr>
        <p:spPr>
          <a:xfrm>
            <a:off x="3076925" y="4677450"/>
            <a:ext cx="58233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700" u="none" cap="none" strike="noStrike">
                <a:solidFill>
                  <a:srgbClr val="E5C8F5"/>
                </a:solidFill>
                <a:latin typeface="Inter"/>
                <a:ea typeface="Inter"/>
                <a:cs typeface="Inter"/>
                <a:sym typeface="Inter"/>
              </a:rPr>
              <a:t>Dokumen ini adalah milik Tim Juri LKSN TDG 2025, dirangkum dari berbagai sumber untuk kalangan terbatas 2025</a:t>
            </a:r>
            <a:endParaRPr b="0" i="0" sz="700" u="none" cap="none" strike="noStrike">
              <a:solidFill>
                <a:srgbClr val="E5C8F5"/>
              </a:solidFill>
              <a:latin typeface="Inter"/>
              <a:ea typeface="Inter"/>
              <a:cs typeface="Inter"/>
              <a:sym typeface="Inter"/>
            </a:endParaRPr>
          </a:p>
        </p:txBody>
      </p:sp>
      <p:sp>
        <p:nvSpPr>
          <p:cNvPr id="15" name="Google Shape;15;p25"/>
          <p:cNvSpPr txBox="1"/>
          <p:nvPr/>
        </p:nvSpPr>
        <p:spPr>
          <a:xfrm>
            <a:off x="309475" y="4678488"/>
            <a:ext cx="2112900" cy="2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E5C8F5"/>
                </a:solidFill>
                <a:latin typeface="Inter"/>
                <a:ea typeface="Inter"/>
                <a:cs typeface="Inter"/>
                <a:sym typeface="Inter"/>
              </a:rPr>
              <a:t>Technical Meeting - </a:t>
            </a:r>
            <a:r>
              <a:rPr b="0" i="0" lang="en" sz="700" u="none" cap="none" strike="noStrike">
                <a:solidFill>
                  <a:srgbClr val="E5C8F5"/>
                </a:solidFill>
                <a:latin typeface="Inter"/>
                <a:ea typeface="Inter"/>
                <a:cs typeface="Inter"/>
                <a:sym typeface="Inter"/>
              </a:rPr>
              <a:t>LKS Nasional 2025</a:t>
            </a:r>
            <a:endParaRPr b="1" i="0" sz="700" u="none" cap="none" strike="noStrike">
              <a:solidFill>
                <a:srgbClr val="E5C8F5"/>
              </a:solidFill>
              <a:latin typeface="Inter"/>
              <a:ea typeface="Inter"/>
              <a:cs typeface="Inter"/>
              <a:sym typeface="Inte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Light">
  <p:cSld name="TITLE_1">
    <p:spTree>
      <p:nvGrpSpPr>
        <p:cNvPr id="16" name="Shape 16"/>
        <p:cNvGrpSpPr/>
        <p:nvPr/>
      </p:nvGrpSpPr>
      <p:grpSpPr>
        <a:xfrm>
          <a:off x="0" y="0"/>
          <a:ext cx="0" cy="0"/>
          <a:chOff x="0" y="0"/>
          <a:chExt cx="0" cy="0"/>
        </a:xfrm>
      </p:grpSpPr>
      <p:sp>
        <p:nvSpPr>
          <p:cNvPr id="17" name="Google Shape;17;p26"/>
          <p:cNvSpPr txBox="1"/>
          <p:nvPr/>
        </p:nvSpPr>
        <p:spPr>
          <a:xfrm>
            <a:off x="3076925" y="4677450"/>
            <a:ext cx="58233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700" u="none" cap="none" strike="noStrike">
                <a:solidFill>
                  <a:srgbClr val="FFFFFF"/>
                </a:solidFill>
                <a:latin typeface="Inter"/>
                <a:ea typeface="Inter"/>
                <a:cs typeface="Inter"/>
                <a:sym typeface="Inter"/>
              </a:rPr>
              <a:t>Dokumen ini adalah milik Tim Juri LKSN TDG 2024, dirangkum dari berbagai sumber untuk kalangan terbatas 2024</a:t>
            </a:r>
            <a:endParaRPr b="0" i="0" sz="700" u="none" cap="none" strike="noStrike">
              <a:solidFill>
                <a:srgbClr val="FFFFFF"/>
              </a:solidFill>
              <a:latin typeface="Inter"/>
              <a:ea typeface="Inter"/>
              <a:cs typeface="Inter"/>
              <a:sym typeface="Inter"/>
            </a:endParaRPr>
          </a:p>
        </p:txBody>
      </p:sp>
      <p:sp>
        <p:nvSpPr>
          <p:cNvPr id="18" name="Google Shape;18;p26"/>
          <p:cNvSpPr txBox="1"/>
          <p:nvPr/>
        </p:nvSpPr>
        <p:spPr>
          <a:xfrm>
            <a:off x="309475" y="4678488"/>
            <a:ext cx="2112900" cy="2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Technical Meeting - </a:t>
            </a:r>
            <a:r>
              <a:rPr b="0" i="0" lang="en" sz="700" u="none" cap="none" strike="noStrike">
                <a:solidFill>
                  <a:srgbClr val="FFFFFF"/>
                </a:solidFill>
                <a:latin typeface="Inter"/>
                <a:ea typeface="Inter"/>
                <a:cs typeface="Inter"/>
                <a:sym typeface="Inter"/>
              </a:rPr>
              <a:t>LKS Nasional 2024</a:t>
            </a:r>
            <a:endParaRPr b="1" i="0" sz="700" u="none" cap="none" strike="noStrike">
              <a:solidFill>
                <a:srgbClr val="FFFFFF"/>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FFFFFF"/>
              </a:solidFill>
              <a:latin typeface="Inter"/>
              <a:ea typeface="Inter"/>
              <a:cs typeface="Inter"/>
              <a:sym typeface="Inte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Dark">
  <p:cSld name="TITLE_2">
    <p:spTree>
      <p:nvGrpSpPr>
        <p:cNvPr id="19" name="Shape 19"/>
        <p:cNvGrpSpPr/>
        <p:nvPr/>
      </p:nvGrpSpPr>
      <p:grpSpPr>
        <a:xfrm>
          <a:off x="0" y="0"/>
          <a:ext cx="0" cy="0"/>
          <a:chOff x="0" y="0"/>
          <a:chExt cx="0" cy="0"/>
        </a:xfrm>
      </p:grpSpPr>
      <p:sp>
        <p:nvSpPr>
          <p:cNvPr id="20" name="Google Shape;20;p27"/>
          <p:cNvSpPr txBox="1"/>
          <p:nvPr/>
        </p:nvSpPr>
        <p:spPr>
          <a:xfrm>
            <a:off x="3076925" y="4677450"/>
            <a:ext cx="58233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700" u="none" cap="none" strike="noStrike">
                <a:solidFill>
                  <a:schemeClr val="dk1"/>
                </a:solidFill>
                <a:latin typeface="Inter"/>
                <a:ea typeface="Inter"/>
                <a:cs typeface="Inter"/>
                <a:sym typeface="Inter"/>
              </a:rPr>
              <a:t>Dokumen ini adalah milik Tim Juri LKSN TDG 2025, dirangkum dari berbagai sumber untuk kalangan terbatas 2025</a:t>
            </a:r>
            <a:endParaRPr b="0" i="0" sz="700" u="none" cap="none" strike="noStrike">
              <a:solidFill>
                <a:schemeClr val="dk1"/>
              </a:solidFill>
              <a:latin typeface="Inter"/>
              <a:ea typeface="Inter"/>
              <a:cs typeface="Inter"/>
              <a:sym typeface="Inter"/>
            </a:endParaRPr>
          </a:p>
        </p:txBody>
      </p:sp>
      <p:sp>
        <p:nvSpPr>
          <p:cNvPr id="21" name="Google Shape;21;p27"/>
          <p:cNvSpPr txBox="1"/>
          <p:nvPr/>
        </p:nvSpPr>
        <p:spPr>
          <a:xfrm>
            <a:off x="309475" y="4678488"/>
            <a:ext cx="2112900" cy="2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Inter"/>
                <a:ea typeface="Inter"/>
                <a:cs typeface="Inter"/>
                <a:sym typeface="Inter"/>
              </a:rPr>
              <a:t>Technical Meeting - </a:t>
            </a:r>
            <a:r>
              <a:rPr b="0" i="0" lang="en" sz="700" u="none" cap="none" strike="noStrike">
                <a:solidFill>
                  <a:schemeClr val="dk1"/>
                </a:solidFill>
                <a:latin typeface="Inter"/>
                <a:ea typeface="Inter"/>
                <a:cs typeface="Inter"/>
                <a:sym typeface="Inter"/>
              </a:rPr>
              <a:t>LKS Nasional 2025</a:t>
            </a:r>
            <a:endParaRPr b="1"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range">
  <p:cSld name="TITLE_1_1">
    <p:spTree>
      <p:nvGrpSpPr>
        <p:cNvPr id="22" name="Shape 22"/>
        <p:cNvGrpSpPr/>
        <p:nvPr/>
      </p:nvGrpSpPr>
      <p:grpSpPr>
        <a:xfrm>
          <a:off x="0" y="0"/>
          <a:ext cx="0" cy="0"/>
          <a:chOff x="0" y="0"/>
          <a:chExt cx="0" cy="0"/>
        </a:xfrm>
      </p:grpSpPr>
      <p:sp>
        <p:nvSpPr>
          <p:cNvPr id="23" name="Google Shape;23;p28"/>
          <p:cNvSpPr txBox="1"/>
          <p:nvPr/>
        </p:nvSpPr>
        <p:spPr>
          <a:xfrm>
            <a:off x="3076925" y="4677450"/>
            <a:ext cx="5823300" cy="347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700" u="none" cap="none" strike="noStrike">
                <a:solidFill>
                  <a:srgbClr val="FE4C04"/>
                </a:solidFill>
                <a:latin typeface="Inter"/>
                <a:ea typeface="Inter"/>
                <a:cs typeface="Inter"/>
                <a:sym typeface="Inter"/>
              </a:rPr>
              <a:t>Dokumen ini adalah milik Tim Juri LKSN TDG 2025, dirangkum dari berbagai sumber untuk kalangan terbatas 2025</a:t>
            </a:r>
            <a:endParaRPr b="0" i="0" sz="700" u="none" cap="none" strike="noStrike">
              <a:solidFill>
                <a:srgbClr val="FE4C04"/>
              </a:solidFill>
              <a:latin typeface="Inter"/>
              <a:ea typeface="Inter"/>
              <a:cs typeface="Inter"/>
              <a:sym typeface="Inter"/>
            </a:endParaRPr>
          </a:p>
        </p:txBody>
      </p:sp>
      <p:sp>
        <p:nvSpPr>
          <p:cNvPr id="24" name="Google Shape;24;p28"/>
          <p:cNvSpPr txBox="1"/>
          <p:nvPr/>
        </p:nvSpPr>
        <p:spPr>
          <a:xfrm>
            <a:off x="309475" y="4678488"/>
            <a:ext cx="2112900" cy="2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E4C04"/>
                </a:solidFill>
                <a:latin typeface="Inter"/>
                <a:ea typeface="Inter"/>
                <a:cs typeface="Inter"/>
                <a:sym typeface="Inter"/>
              </a:rPr>
              <a:t>Technical Meeting - </a:t>
            </a:r>
            <a:r>
              <a:rPr b="0" i="0" lang="en" sz="700" u="none" cap="none" strike="noStrike">
                <a:solidFill>
                  <a:srgbClr val="FE4C04"/>
                </a:solidFill>
                <a:latin typeface="Inter"/>
                <a:ea typeface="Inter"/>
                <a:cs typeface="Inter"/>
                <a:sym typeface="Inter"/>
              </a:rPr>
              <a:t>LKS Nasional 2025</a:t>
            </a:r>
            <a:endParaRPr b="1" i="0" sz="700" u="none" cap="none" strike="noStrike">
              <a:solidFill>
                <a:srgbClr val="FE4C04"/>
              </a:solidFill>
              <a:latin typeface="Inter"/>
              <a:ea typeface="Inter"/>
              <a:cs typeface="Inter"/>
              <a:sym typeface="Inte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C8F5"/>
        </a:solidFill>
      </p:bgPr>
    </p:bg>
    <p:spTree>
      <p:nvGrpSpPr>
        <p:cNvPr id="28" name="Shape 28"/>
        <p:cNvGrpSpPr/>
        <p:nvPr/>
      </p:nvGrpSpPr>
      <p:grpSpPr>
        <a:xfrm>
          <a:off x="0" y="0"/>
          <a:ext cx="0" cy="0"/>
          <a:chOff x="0" y="0"/>
          <a:chExt cx="0" cy="0"/>
        </a:xfrm>
      </p:grpSpPr>
      <p:sp>
        <p:nvSpPr>
          <p:cNvPr id="29" name="Google Shape;29;p1"/>
          <p:cNvSpPr txBox="1"/>
          <p:nvPr/>
        </p:nvSpPr>
        <p:spPr>
          <a:xfrm>
            <a:off x="328650" y="95300"/>
            <a:ext cx="8486700" cy="1277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100"/>
              <a:buFont typeface="Arial"/>
              <a:buNone/>
            </a:pPr>
            <a:r>
              <a:rPr b="1" i="0" lang="en" sz="7100" u="none" cap="none" strike="noStrike">
                <a:solidFill>
                  <a:srgbClr val="661F08"/>
                </a:solidFill>
                <a:latin typeface="Inter ExtraBold"/>
                <a:ea typeface="Inter ExtraBold"/>
                <a:cs typeface="Inter ExtraBold"/>
                <a:sym typeface="Inter ExtraBold"/>
              </a:rPr>
              <a:t>DESKRIPSI TEKNIS</a:t>
            </a:r>
            <a:endParaRPr b="1" i="0" sz="7100" u="none" cap="none" strike="noStrike">
              <a:solidFill>
                <a:srgbClr val="661F08"/>
              </a:solidFill>
              <a:latin typeface="Inter ExtraBold"/>
              <a:ea typeface="Inter ExtraBold"/>
              <a:cs typeface="Inter ExtraBold"/>
              <a:sym typeface="Inter ExtraBold"/>
            </a:endParaRPr>
          </a:p>
        </p:txBody>
      </p:sp>
      <p:sp>
        <p:nvSpPr>
          <p:cNvPr id="30" name="Google Shape;30;p1"/>
          <p:cNvSpPr txBox="1"/>
          <p:nvPr/>
        </p:nvSpPr>
        <p:spPr>
          <a:xfrm>
            <a:off x="328650" y="3383125"/>
            <a:ext cx="8486700" cy="1588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3200" u="none" cap="none" strike="noStrike">
                <a:solidFill>
                  <a:srgbClr val="661F08"/>
                </a:solidFill>
                <a:latin typeface="Inter"/>
                <a:ea typeface="Inter"/>
                <a:cs typeface="Inter"/>
                <a:sym typeface="Inter"/>
              </a:rPr>
              <a:t>LKS DIKMEN KE-32 2025</a:t>
            </a:r>
            <a:br>
              <a:rPr b="1" i="0" lang="en" sz="3200" u="none" cap="none" strike="noStrike">
                <a:solidFill>
                  <a:srgbClr val="661F08"/>
                </a:solidFill>
                <a:latin typeface="Inter"/>
                <a:ea typeface="Inter"/>
                <a:cs typeface="Inter"/>
                <a:sym typeface="Inter"/>
              </a:rPr>
            </a:br>
            <a:r>
              <a:rPr b="1" i="0" lang="en" sz="3200" u="none" cap="none" strike="noStrike">
                <a:solidFill>
                  <a:srgbClr val="661F08"/>
                </a:solidFill>
                <a:latin typeface="Inter"/>
                <a:ea typeface="Inter"/>
                <a:cs typeface="Inter"/>
                <a:sym typeface="Inter"/>
              </a:rPr>
              <a:t>TEKNOLOGI DESAIN GRAFIS</a:t>
            </a:r>
            <a:endParaRPr b="0" i="0" sz="3200" u="none" cap="none" strike="noStrike">
              <a:solidFill>
                <a:srgbClr val="661F08"/>
              </a:solidFill>
              <a:latin typeface="Ojuju ExtraBold"/>
              <a:ea typeface="Ojuju ExtraBold"/>
              <a:cs typeface="Ojuju ExtraBold"/>
              <a:sym typeface="Ojuju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C8F5"/>
        </a:solidFill>
      </p:bgPr>
    </p:bg>
    <p:spTree>
      <p:nvGrpSpPr>
        <p:cNvPr id="34" name="Shape 34"/>
        <p:cNvGrpSpPr/>
        <p:nvPr/>
      </p:nvGrpSpPr>
      <p:grpSpPr>
        <a:xfrm>
          <a:off x="0" y="0"/>
          <a:ext cx="0" cy="0"/>
          <a:chOff x="0" y="0"/>
          <a:chExt cx="0" cy="0"/>
        </a:xfrm>
      </p:grpSpPr>
      <p:sp>
        <p:nvSpPr>
          <p:cNvPr id="35" name="Google Shape;35;p2"/>
          <p:cNvSpPr txBox="1"/>
          <p:nvPr/>
        </p:nvSpPr>
        <p:spPr>
          <a:xfrm>
            <a:off x="2453047" y="297255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300"/>
              <a:buFont typeface="Arial"/>
              <a:buNone/>
            </a:pPr>
            <a:r>
              <a:rPr b="1" i="0" lang="en" sz="1300" u="none" cap="none" strike="noStrike">
                <a:solidFill>
                  <a:srgbClr val="661F08"/>
                </a:solidFill>
                <a:latin typeface="Inter"/>
                <a:ea typeface="Inter"/>
                <a:cs typeface="Inter"/>
                <a:sym typeface="Inter"/>
              </a:rPr>
              <a:t>Budi Sriherlambang</a:t>
            </a:r>
            <a:endParaRPr b="1" i="0" sz="1300" u="none" cap="none" strike="noStrike">
              <a:solidFill>
                <a:srgbClr val="661F08"/>
              </a:solidFill>
              <a:latin typeface="Inter"/>
              <a:ea typeface="Inter"/>
              <a:cs typeface="Inter"/>
              <a:sym typeface="Inter"/>
            </a:endParaRPr>
          </a:p>
        </p:txBody>
      </p:sp>
      <p:sp>
        <p:nvSpPr>
          <p:cNvPr id="36" name="Google Shape;36;p2"/>
          <p:cNvSpPr txBox="1"/>
          <p:nvPr/>
        </p:nvSpPr>
        <p:spPr>
          <a:xfrm>
            <a:off x="2453047" y="322190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 sz="900" u="none" cap="none" strike="noStrike">
                <a:solidFill>
                  <a:srgbClr val="661F08"/>
                </a:solidFill>
                <a:latin typeface="Inter"/>
                <a:ea typeface="Inter"/>
                <a:cs typeface="Inter"/>
                <a:sym typeface="Inter"/>
              </a:rPr>
              <a:t>BINUS University</a:t>
            </a:r>
            <a:endParaRPr b="0" i="0" sz="900" u="none" cap="none" strike="noStrike">
              <a:solidFill>
                <a:srgbClr val="661F08"/>
              </a:solidFill>
              <a:latin typeface="Inter"/>
              <a:ea typeface="Inter"/>
              <a:cs typeface="Inter"/>
              <a:sym typeface="Inter"/>
            </a:endParaRPr>
          </a:p>
        </p:txBody>
      </p:sp>
      <p:pic>
        <p:nvPicPr>
          <p:cNvPr id="37" name="Google Shape;37;p2"/>
          <p:cNvPicPr preferRelativeResize="0"/>
          <p:nvPr/>
        </p:nvPicPr>
        <p:blipFill rotWithShape="1">
          <a:blip r:embed="rId3">
            <a:alphaModFix/>
          </a:blip>
          <a:srcRect b="19129" l="10899" r="18324" t="10092"/>
          <a:stretch/>
        </p:blipFill>
        <p:spPr>
          <a:xfrm>
            <a:off x="2908245" y="1764209"/>
            <a:ext cx="1128300" cy="1098300"/>
          </a:xfrm>
          <a:prstGeom prst="ellipse">
            <a:avLst/>
          </a:prstGeom>
          <a:noFill/>
          <a:ln>
            <a:noFill/>
          </a:ln>
        </p:spPr>
      </p:pic>
      <p:sp>
        <p:nvSpPr>
          <p:cNvPr id="38" name="Google Shape;38;p2"/>
          <p:cNvSpPr txBox="1"/>
          <p:nvPr/>
        </p:nvSpPr>
        <p:spPr>
          <a:xfrm>
            <a:off x="4291975" y="297255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300"/>
              <a:buFont typeface="Arial"/>
              <a:buNone/>
            </a:pPr>
            <a:r>
              <a:rPr b="1" i="0" lang="en" sz="1300" u="none" cap="none" strike="noStrike">
                <a:solidFill>
                  <a:srgbClr val="661F08"/>
                </a:solidFill>
                <a:latin typeface="Inter"/>
                <a:ea typeface="Inter"/>
                <a:cs typeface="Inter"/>
                <a:sym typeface="Inter"/>
              </a:rPr>
              <a:t>M. Naufal Anis</a:t>
            </a:r>
            <a:endParaRPr b="1" i="0" sz="1300" u="none" cap="none" strike="noStrike">
              <a:solidFill>
                <a:srgbClr val="661F08"/>
              </a:solidFill>
              <a:latin typeface="Inter"/>
              <a:ea typeface="Inter"/>
              <a:cs typeface="Inter"/>
              <a:sym typeface="Inter"/>
            </a:endParaRPr>
          </a:p>
        </p:txBody>
      </p:sp>
      <p:sp>
        <p:nvSpPr>
          <p:cNvPr id="39" name="Google Shape;39;p2"/>
          <p:cNvSpPr txBox="1"/>
          <p:nvPr/>
        </p:nvSpPr>
        <p:spPr>
          <a:xfrm>
            <a:off x="4291975" y="337430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 sz="900" u="none" cap="none" strike="noStrike">
                <a:solidFill>
                  <a:srgbClr val="661F08"/>
                </a:solidFill>
                <a:latin typeface="Inter"/>
                <a:ea typeface="Inter"/>
                <a:cs typeface="Inter"/>
                <a:sym typeface="Inter"/>
              </a:rPr>
              <a:t>Alumni LKSN 2017</a:t>
            </a:r>
            <a:endParaRPr b="0" i="0" sz="900" u="none" cap="none" strike="noStrike">
              <a:solidFill>
                <a:srgbClr val="661F08"/>
              </a:solidFill>
              <a:latin typeface="Inter"/>
              <a:ea typeface="Inter"/>
              <a:cs typeface="Inter"/>
              <a:sym typeface="Inter"/>
            </a:endParaRPr>
          </a:p>
        </p:txBody>
      </p:sp>
      <p:pic>
        <p:nvPicPr>
          <p:cNvPr id="40" name="Google Shape;40;p2"/>
          <p:cNvPicPr preferRelativeResize="0"/>
          <p:nvPr/>
        </p:nvPicPr>
        <p:blipFill rotWithShape="1">
          <a:blip r:embed="rId4">
            <a:alphaModFix/>
          </a:blip>
          <a:srcRect b="27789" l="20858" r="27789" t="20858"/>
          <a:stretch/>
        </p:blipFill>
        <p:spPr>
          <a:xfrm>
            <a:off x="4689512" y="1754675"/>
            <a:ext cx="1127100" cy="1127100"/>
          </a:xfrm>
          <a:prstGeom prst="ellipse">
            <a:avLst/>
          </a:prstGeom>
          <a:noFill/>
          <a:ln>
            <a:noFill/>
          </a:ln>
        </p:spPr>
      </p:pic>
      <p:sp>
        <p:nvSpPr>
          <p:cNvPr id="41" name="Google Shape;41;p2"/>
          <p:cNvSpPr txBox="1"/>
          <p:nvPr/>
        </p:nvSpPr>
        <p:spPr>
          <a:xfrm>
            <a:off x="309475" y="381300"/>
            <a:ext cx="85908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661F08"/>
                </a:solidFill>
                <a:latin typeface="Inter"/>
                <a:ea typeface="Inter"/>
                <a:cs typeface="Inter"/>
                <a:sym typeface="Inter"/>
              </a:rPr>
              <a:t>Tim Juri</a:t>
            </a:r>
            <a:endParaRPr b="1" i="0" sz="3600" u="none" cap="none" strike="noStrike">
              <a:solidFill>
                <a:srgbClr val="661F08"/>
              </a:solidFill>
              <a:latin typeface="Inter"/>
              <a:ea typeface="Inter"/>
              <a:cs typeface="Inter"/>
              <a:sym typeface="Inter"/>
            </a:endParaRPr>
          </a:p>
        </p:txBody>
      </p:sp>
      <p:sp>
        <p:nvSpPr>
          <p:cNvPr id="42" name="Google Shape;42;p2"/>
          <p:cNvSpPr txBox="1"/>
          <p:nvPr/>
        </p:nvSpPr>
        <p:spPr>
          <a:xfrm>
            <a:off x="6344414" y="297255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n" sz="1300" u="none" cap="none" strike="noStrike">
                <a:solidFill>
                  <a:srgbClr val="661F08"/>
                </a:solidFill>
                <a:latin typeface="Inter"/>
                <a:ea typeface="Inter"/>
                <a:cs typeface="Inter"/>
                <a:sym typeface="Inter"/>
              </a:rPr>
              <a:t>M Nuri Huda</a:t>
            </a:r>
            <a:endParaRPr b="1" i="0" sz="1300" u="none" cap="none" strike="noStrike">
              <a:solidFill>
                <a:srgbClr val="661F08"/>
              </a:solidFill>
              <a:latin typeface="Inter"/>
              <a:ea typeface="Inter"/>
              <a:cs typeface="Inter"/>
              <a:sym typeface="Inter"/>
            </a:endParaRPr>
          </a:p>
          <a:p>
            <a:pPr indent="0" lvl="0" marL="0" marR="0" rtl="0" algn="ctr">
              <a:lnSpc>
                <a:spcPct val="115000"/>
              </a:lnSpc>
              <a:spcBef>
                <a:spcPts val="0"/>
              </a:spcBef>
              <a:spcAft>
                <a:spcPts val="0"/>
              </a:spcAft>
              <a:buClr>
                <a:schemeClr val="dk1"/>
              </a:buClr>
              <a:buSzPts val="1100"/>
              <a:buFont typeface="Arial"/>
              <a:buNone/>
            </a:pPr>
            <a:r>
              <a:t/>
            </a:r>
            <a:endParaRPr b="1" i="0" sz="1300" u="none" cap="none" strike="noStrike">
              <a:solidFill>
                <a:srgbClr val="661F08"/>
              </a:solidFill>
              <a:latin typeface="Inter"/>
              <a:ea typeface="Inter"/>
              <a:cs typeface="Inter"/>
              <a:sym typeface="Inter"/>
            </a:endParaRPr>
          </a:p>
          <a:p>
            <a:pPr indent="0" lvl="0" marL="0" marR="0" rtl="0" algn="ctr">
              <a:lnSpc>
                <a:spcPct val="115000"/>
              </a:lnSpc>
              <a:spcBef>
                <a:spcPts val="0"/>
              </a:spcBef>
              <a:spcAft>
                <a:spcPts val="0"/>
              </a:spcAft>
              <a:buClr>
                <a:srgbClr val="000000"/>
              </a:buClr>
              <a:buSzPts val="1300"/>
              <a:buFont typeface="Arial"/>
              <a:buNone/>
            </a:pPr>
            <a:r>
              <a:t/>
            </a:r>
            <a:endParaRPr b="1" i="0" sz="1300" u="none" cap="none" strike="noStrike">
              <a:solidFill>
                <a:srgbClr val="661F08"/>
              </a:solidFill>
              <a:latin typeface="Inter"/>
              <a:ea typeface="Inter"/>
              <a:cs typeface="Inter"/>
              <a:sym typeface="Inter"/>
            </a:endParaRPr>
          </a:p>
        </p:txBody>
      </p:sp>
      <p:sp>
        <p:nvSpPr>
          <p:cNvPr id="43" name="Google Shape;43;p2"/>
          <p:cNvSpPr txBox="1"/>
          <p:nvPr/>
        </p:nvSpPr>
        <p:spPr>
          <a:xfrm>
            <a:off x="6344414" y="322190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 sz="900" u="none" cap="none" strike="noStrike">
                <a:solidFill>
                  <a:srgbClr val="661F08"/>
                </a:solidFill>
                <a:latin typeface="Inter"/>
                <a:ea typeface="Inter"/>
                <a:cs typeface="Inter"/>
                <a:sym typeface="Inter"/>
              </a:rPr>
              <a:t>Alumni WSA Singapore 2023</a:t>
            </a:r>
            <a:endParaRPr b="0" i="0" sz="900" u="none" cap="none" strike="noStrike">
              <a:solidFill>
                <a:srgbClr val="661F08"/>
              </a:solidFill>
              <a:latin typeface="Inter"/>
              <a:ea typeface="Inter"/>
              <a:cs typeface="Inter"/>
              <a:sym typeface="Inter"/>
            </a:endParaRPr>
          </a:p>
        </p:txBody>
      </p:sp>
      <p:sp>
        <p:nvSpPr>
          <p:cNvPr id="44" name="Google Shape;44;p2"/>
          <p:cNvSpPr txBox="1"/>
          <p:nvPr/>
        </p:nvSpPr>
        <p:spPr>
          <a:xfrm>
            <a:off x="796033" y="297255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300"/>
              <a:buFont typeface="Arial"/>
              <a:buNone/>
            </a:pPr>
            <a:r>
              <a:rPr b="1" i="0" lang="en" sz="1300" u="none" cap="none" strike="noStrike">
                <a:solidFill>
                  <a:srgbClr val="661F08"/>
                </a:solidFill>
                <a:latin typeface="Inter"/>
                <a:ea typeface="Inter"/>
                <a:cs typeface="Inter"/>
                <a:sym typeface="Inter"/>
              </a:rPr>
              <a:t>Luky Wiranda</a:t>
            </a:r>
            <a:endParaRPr b="1" i="0" sz="1300" u="none" cap="none" strike="noStrike">
              <a:solidFill>
                <a:srgbClr val="661F08"/>
              </a:solidFill>
              <a:latin typeface="Inter"/>
              <a:ea typeface="Inter"/>
              <a:cs typeface="Inter"/>
              <a:sym typeface="Inter"/>
            </a:endParaRPr>
          </a:p>
        </p:txBody>
      </p:sp>
      <p:sp>
        <p:nvSpPr>
          <p:cNvPr id="45" name="Google Shape;45;p2"/>
          <p:cNvSpPr txBox="1"/>
          <p:nvPr/>
        </p:nvSpPr>
        <p:spPr>
          <a:xfrm>
            <a:off x="796033" y="3221900"/>
            <a:ext cx="1950000" cy="34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 sz="900" u="none" cap="none" strike="noStrike">
                <a:solidFill>
                  <a:srgbClr val="661F08"/>
                </a:solidFill>
                <a:latin typeface="Inter"/>
                <a:ea typeface="Inter"/>
                <a:cs typeface="Inter"/>
                <a:sym typeface="Inter"/>
              </a:rPr>
              <a:t>Alumni WSC 2019</a:t>
            </a:r>
            <a:endParaRPr b="0" i="0" sz="900" u="none" cap="none" strike="noStrike">
              <a:solidFill>
                <a:srgbClr val="661F08"/>
              </a:solidFill>
              <a:latin typeface="Inter"/>
              <a:ea typeface="Inter"/>
              <a:cs typeface="Inter"/>
              <a:sym typeface="Inter"/>
            </a:endParaRPr>
          </a:p>
        </p:txBody>
      </p:sp>
      <p:pic>
        <p:nvPicPr>
          <p:cNvPr id="46" name="Google Shape;46;p2" title="DSCF0045.JPG"/>
          <p:cNvPicPr preferRelativeResize="0"/>
          <p:nvPr/>
        </p:nvPicPr>
        <p:blipFill rotWithShape="1">
          <a:blip r:embed="rId5">
            <a:alphaModFix/>
          </a:blip>
          <a:srcRect b="15646" l="26396" r="27806" t="15639"/>
          <a:stretch/>
        </p:blipFill>
        <p:spPr>
          <a:xfrm>
            <a:off x="1225208" y="1761625"/>
            <a:ext cx="1127100" cy="1127100"/>
          </a:xfrm>
          <a:prstGeom prst="ellipse">
            <a:avLst/>
          </a:prstGeom>
          <a:noFill/>
          <a:ln>
            <a:noFill/>
          </a:ln>
        </p:spPr>
      </p:pic>
      <p:pic>
        <p:nvPicPr>
          <p:cNvPr id="47" name="Google Shape;47;p2"/>
          <p:cNvPicPr preferRelativeResize="0"/>
          <p:nvPr/>
        </p:nvPicPr>
        <p:blipFill rotWithShape="1">
          <a:blip r:embed="rId6">
            <a:alphaModFix/>
          </a:blip>
          <a:srcRect b="13058" l="7698" r="4219" t="6573"/>
          <a:stretch/>
        </p:blipFill>
        <p:spPr>
          <a:xfrm>
            <a:off x="6755875" y="1764200"/>
            <a:ext cx="1127100" cy="1128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1F08"/>
        </a:solidFill>
      </p:bgPr>
    </p:bg>
    <p:spTree>
      <p:nvGrpSpPr>
        <p:cNvPr id="51" name="Shape 51"/>
        <p:cNvGrpSpPr/>
        <p:nvPr/>
      </p:nvGrpSpPr>
      <p:grpSpPr>
        <a:xfrm>
          <a:off x="0" y="0"/>
          <a:ext cx="0" cy="0"/>
          <a:chOff x="0" y="0"/>
          <a:chExt cx="0" cy="0"/>
        </a:xfrm>
      </p:grpSpPr>
      <p:sp>
        <p:nvSpPr>
          <p:cNvPr id="52" name="Google Shape;52;p3"/>
          <p:cNvSpPr txBox="1"/>
          <p:nvPr/>
        </p:nvSpPr>
        <p:spPr>
          <a:xfrm>
            <a:off x="309475" y="272628"/>
            <a:ext cx="7083000" cy="26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Standar Kompetensi</a:t>
            </a:r>
            <a:endParaRPr b="1" i="0" sz="3600" u="none" cap="none" strike="noStrike">
              <a:solidFill>
                <a:srgbClr val="E5C8F5"/>
              </a:solidFill>
              <a:latin typeface="Inter SemiBold"/>
              <a:ea typeface="Inter SemiBold"/>
              <a:cs typeface="Inter SemiBold"/>
              <a:sym typeface="Inter SemiBold"/>
            </a:endParaRPr>
          </a:p>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Bidang Lomba</a:t>
            </a:r>
            <a:endParaRPr b="1" i="0" sz="2900" u="none" cap="none" strike="noStrike">
              <a:solidFill>
                <a:srgbClr val="E5C8F5"/>
              </a:solidFill>
              <a:latin typeface="Inter SemiBold"/>
              <a:ea typeface="Inter SemiBold"/>
              <a:cs typeface="Inter SemiBold"/>
              <a:sym typeface="Inter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56" name="Shape 56"/>
        <p:cNvGrpSpPr/>
        <p:nvPr/>
      </p:nvGrpSpPr>
      <p:grpSpPr>
        <a:xfrm>
          <a:off x="0" y="0"/>
          <a:ext cx="0" cy="0"/>
          <a:chOff x="0" y="0"/>
          <a:chExt cx="0" cy="0"/>
        </a:xfrm>
      </p:grpSpPr>
      <p:sp>
        <p:nvSpPr>
          <p:cNvPr id="57" name="Google Shape;57;p4"/>
          <p:cNvSpPr txBox="1"/>
          <p:nvPr/>
        </p:nvSpPr>
        <p:spPr>
          <a:xfrm>
            <a:off x="316950" y="869675"/>
            <a:ext cx="2794800" cy="269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661F08"/>
                </a:solidFill>
                <a:latin typeface="Inter SemiBold"/>
                <a:ea typeface="Inter SemiBold"/>
                <a:cs typeface="Inter SemiBold"/>
                <a:sym typeface="Inter SemiBold"/>
              </a:rPr>
              <a:t>1. Organisasi dan Manajemen kerja</a:t>
            </a:r>
            <a:br>
              <a:rPr b="0" i="0" lang="en" sz="700" u="none" cap="none" strike="noStrike">
                <a:solidFill>
                  <a:srgbClr val="661F08"/>
                </a:solidFill>
                <a:latin typeface="Inter"/>
                <a:ea typeface="Inter"/>
                <a:cs typeface="Inter"/>
                <a:sym typeface="Inter"/>
              </a:rPr>
            </a:br>
            <a:r>
              <a:rPr b="0" i="0" lang="en" sz="700" u="none" cap="none" strike="noStrike">
                <a:solidFill>
                  <a:srgbClr val="661F08"/>
                </a:solidFill>
                <a:latin typeface="Inter"/>
                <a:ea typeface="Inter"/>
                <a:cs typeface="Inter"/>
                <a:sym typeface="Inter"/>
              </a:rPr>
              <a:t>Menginterpretasikan spesifikasi dan proyek klien, Melakukan pekerjaan secara mandiri dan profesional, Riset proyek yang baik untuk sampai pada kerangka kerja desain.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1000"/>
              </a:spcBef>
              <a:spcAft>
                <a:spcPts val="0"/>
              </a:spcAft>
              <a:buClr>
                <a:srgbClr val="000000"/>
              </a:buClr>
              <a:buSzPts val="1100"/>
              <a:buFont typeface="Arial"/>
              <a:buNone/>
            </a:pPr>
            <a:r>
              <a:rPr b="1" i="0" lang="en" sz="1100" u="none" cap="none" strike="noStrike">
                <a:solidFill>
                  <a:srgbClr val="661F08"/>
                </a:solidFill>
                <a:latin typeface="Inter SemiBold"/>
                <a:ea typeface="Inter SemiBold"/>
                <a:cs typeface="Inter SemiBold"/>
                <a:sym typeface="Inter SemiBold"/>
              </a:rPr>
              <a:t>2. Keterampilan Komunikasi dan Interpersonal</a:t>
            </a:r>
            <a:br>
              <a:rPr b="0" i="0" lang="en" sz="700" u="none" cap="none" strike="noStrike">
                <a:solidFill>
                  <a:srgbClr val="661F08"/>
                </a:solidFill>
                <a:latin typeface="Inter"/>
                <a:ea typeface="Inter"/>
                <a:cs typeface="Inter"/>
                <a:sym typeface="Inter"/>
              </a:rPr>
            </a:br>
            <a:r>
              <a:rPr b="0" i="0" lang="en" sz="700" u="none" cap="none" strike="noStrike">
                <a:solidFill>
                  <a:srgbClr val="661F08"/>
                </a:solidFill>
                <a:latin typeface="Inter"/>
                <a:ea typeface="Inter"/>
                <a:cs typeface="Inter"/>
                <a:sym typeface="Inter"/>
              </a:rPr>
              <a:t>Metode untuk menginterpretasi proyek desain dan mengklarifikasi atau bertanya kepada klien, Mengikuti petunjuk dari dokumen proyek, Mengikuti perkembangan pedoman industri terbaru, Menampilkan ide dan mengembangkanya melalui sketsa.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1000"/>
              </a:spcBef>
              <a:spcAft>
                <a:spcPts val="1000"/>
              </a:spcAft>
              <a:buClr>
                <a:srgbClr val="000000"/>
              </a:buClr>
              <a:buSzPts val="1100"/>
              <a:buFont typeface="Arial"/>
              <a:buNone/>
            </a:pPr>
            <a:r>
              <a:rPr b="1" i="0" lang="en" sz="1100" u="none" cap="none" strike="noStrike">
                <a:solidFill>
                  <a:srgbClr val="661F08"/>
                </a:solidFill>
                <a:latin typeface="Inter SemiBold"/>
                <a:ea typeface="Inter SemiBold"/>
                <a:cs typeface="Inter SemiBold"/>
                <a:sym typeface="Inter SemiBold"/>
              </a:rPr>
              <a:t>3. Pemecahan Masalah</a:t>
            </a:r>
            <a:r>
              <a:rPr b="0" i="0" lang="en" sz="700" u="none" cap="none" strike="noStrike">
                <a:solidFill>
                  <a:srgbClr val="661F08"/>
                </a:solidFill>
                <a:latin typeface="Inter"/>
                <a:ea typeface="Inter"/>
                <a:cs typeface="Inter"/>
                <a:sym typeface="Inter"/>
              </a:rPr>
              <a:t>	</a:t>
            </a:r>
            <a:br>
              <a:rPr b="0" i="0" lang="en" sz="700" u="none" cap="none" strike="noStrike">
                <a:solidFill>
                  <a:srgbClr val="661F08"/>
                </a:solidFill>
                <a:latin typeface="Inter"/>
                <a:ea typeface="Inter"/>
                <a:cs typeface="Inter"/>
                <a:sym typeface="Inter"/>
              </a:rPr>
            </a:br>
            <a:r>
              <a:rPr b="0" i="0" lang="en" sz="700" u="none" cap="none" strike="noStrike">
                <a:solidFill>
                  <a:srgbClr val="661F08"/>
                </a:solidFill>
                <a:latin typeface="Inter"/>
                <a:ea typeface="Inter"/>
                <a:cs typeface="Inter"/>
                <a:sym typeface="Inter"/>
              </a:rPr>
              <a:t>Menggunakan keterampilan analisa untuk menentukan persyaratan spesifikasi, Menggunakan keterampilan pemecahan masalah untuk menterjemahkan hasil yang dibutuhkan  dari spesifikasi ke solusi yang tepat.</a:t>
            </a:r>
            <a:endParaRPr b="0" i="0" sz="700" u="none" cap="none" strike="noStrike">
              <a:solidFill>
                <a:srgbClr val="661F08"/>
              </a:solidFill>
              <a:latin typeface="Inter"/>
              <a:ea typeface="Inter"/>
              <a:cs typeface="Inter"/>
              <a:sym typeface="Inter"/>
            </a:endParaRPr>
          </a:p>
        </p:txBody>
      </p:sp>
      <p:sp>
        <p:nvSpPr>
          <p:cNvPr id="58" name="Google Shape;58;p4"/>
          <p:cNvSpPr txBox="1"/>
          <p:nvPr/>
        </p:nvSpPr>
        <p:spPr>
          <a:xfrm>
            <a:off x="3174600" y="869675"/>
            <a:ext cx="2794800" cy="1850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1100"/>
              <a:buFont typeface="Arial"/>
              <a:buNone/>
            </a:pPr>
            <a:r>
              <a:rPr b="1" i="0" lang="en" sz="1100" u="none" cap="none" strike="noStrike">
                <a:solidFill>
                  <a:srgbClr val="661F08"/>
                </a:solidFill>
                <a:latin typeface="Inter SemiBold"/>
                <a:ea typeface="Inter SemiBold"/>
                <a:cs typeface="Inter SemiBold"/>
                <a:sym typeface="Inter SemiBold"/>
              </a:rPr>
              <a:t>4. Inovasi, Kreativitas dan Desain</a:t>
            </a:r>
            <a:br>
              <a:rPr b="0" i="0" lang="en" sz="700" u="none" cap="none" strike="noStrike">
                <a:solidFill>
                  <a:srgbClr val="661F08"/>
                </a:solidFill>
                <a:latin typeface="Inter"/>
                <a:ea typeface="Inter"/>
                <a:cs typeface="Inter"/>
                <a:sym typeface="Inter"/>
              </a:rPr>
            </a:br>
            <a:r>
              <a:rPr b="0" i="0" lang="en" sz="700" u="none" cap="none" strike="noStrike">
                <a:solidFill>
                  <a:srgbClr val="661F08"/>
                </a:solidFill>
                <a:latin typeface="Inter"/>
                <a:ea typeface="Inter"/>
                <a:cs typeface="Inter"/>
                <a:sym typeface="Inter"/>
              </a:rPr>
              <a:t>Mengikuti tren dan perkembangan industri kreatif, Bagaimana menerapkan warna, tipografi, dan komposisi secara tepat, menggunakan prinsip dan teknik untuk mengadaptasi grafis untuk berbagai penggunaan, mengenal macam-macam target pasar, Mengetahui aturan khusus untuk menjaga identitas perusahaan, merek dan panduan gaya, Mengetahui Cara menerapkan konsistensi dan menyempurnaan desain, Prinsip dan elemen desain, menggunakan Ukuran, Format dan pengaturan standar yang umum digunakan di industri , Mempertahankan konsep desain asli dan meningkatkan daya tarik visual Mengubah sebuah ide menjadi desain yang sesuai dan kreatif. </a:t>
            </a:r>
            <a:endParaRPr b="0" i="0" sz="700" u="none" cap="none" strike="noStrike">
              <a:solidFill>
                <a:srgbClr val="661F08"/>
              </a:solidFill>
              <a:latin typeface="Inter"/>
              <a:ea typeface="Inter"/>
              <a:cs typeface="Inter"/>
              <a:sym typeface="Inter"/>
            </a:endParaRPr>
          </a:p>
        </p:txBody>
      </p:sp>
      <p:sp>
        <p:nvSpPr>
          <p:cNvPr id="59" name="Google Shape;59;p4"/>
          <p:cNvSpPr txBox="1"/>
          <p:nvPr/>
        </p:nvSpPr>
        <p:spPr>
          <a:xfrm>
            <a:off x="6032250" y="869675"/>
            <a:ext cx="2794800" cy="222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1100"/>
              <a:buFont typeface="Arial"/>
              <a:buNone/>
            </a:pPr>
            <a:r>
              <a:rPr b="1" i="0" lang="en" sz="1100" u="none" cap="none" strike="noStrike">
                <a:solidFill>
                  <a:srgbClr val="661F08"/>
                </a:solidFill>
                <a:latin typeface="Inter SemiBold"/>
                <a:ea typeface="Inter SemiBold"/>
                <a:cs typeface="Inter SemiBold"/>
                <a:sym typeface="Inter SemiBold"/>
              </a:rPr>
              <a:t>5. Aspek Teknis dan Output </a:t>
            </a:r>
            <a:br>
              <a:rPr b="0" i="0" lang="en" sz="700" u="none" cap="none" strike="noStrike">
                <a:solidFill>
                  <a:srgbClr val="661F08"/>
                </a:solidFill>
                <a:latin typeface="Inter"/>
                <a:ea typeface="Inter"/>
                <a:cs typeface="Inter"/>
                <a:sym typeface="Inter"/>
              </a:rPr>
            </a:br>
            <a:r>
              <a:rPr b="0" i="0" lang="en" sz="700" u="none" cap="none" strike="noStrike">
                <a:solidFill>
                  <a:srgbClr val="661F08"/>
                </a:solidFill>
                <a:latin typeface="Inter"/>
                <a:ea typeface="Inter"/>
                <a:cs typeface="Inter"/>
                <a:sym typeface="Inter"/>
              </a:rPr>
              <a:t>Penggunaan perangkat lunak yang sesuai untuk hasil yang dibutuhkan, Proses input dan output yang berbeda untuk media cetak dan grafis lainya: serta keterbatasan dan teknik mereka. Input, manipulasi, dan pengeditan gambar, Menggunakan ukuran File, Format, Resolusi dan kompresi yang sesuai, Printers marks and bleed, Dielines and varnishes, Berbagai jenis kertas dan permukaan (substrates), Membuat prototipe mock-ups untuk presentasi, Menyajikan dengan sesuai untuk presentasi langsung maupun presentasi digital, Menerapkan penyesuaian yang tepat untuk hasil yang sudah ditentukan. Mengambil, menyesuaikan dan memanipulasi gambar agar sesuai dengan spesifikasi teknis, Menyimpan file dalam format yang benar, Menggunakan aplikasi perangkat lunak secara komprehensif dan tepat, Mengatur dan menjaga folder (untuk hasil final dan arsip).</a:t>
            </a:r>
            <a:endParaRPr b="0" i="0" sz="700" u="none" cap="none" strike="noStrike">
              <a:solidFill>
                <a:srgbClr val="661F08"/>
              </a:solidFill>
              <a:latin typeface="Inter"/>
              <a:ea typeface="Inter"/>
              <a:cs typeface="Inter"/>
              <a:sym typeface="Inter"/>
            </a:endParaRPr>
          </a:p>
        </p:txBody>
      </p:sp>
      <p:sp>
        <p:nvSpPr>
          <p:cNvPr id="60" name="Google Shape;60;p4"/>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SemiBold"/>
                <a:ea typeface="Inter SemiBold"/>
                <a:cs typeface="Inter SemiBold"/>
                <a:sym typeface="Inter SemiBold"/>
              </a:rPr>
              <a:t>Standar Kompetisi Bidang Lomba</a:t>
            </a:r>
            <a:endParaRPr b="1" i="0" sz="2600" u="none" cap="none" strike="noStrike">
              <a:solidFill>
                <a:srgbClr val="661F08"/>
              </a:solidFill>
              <a:latin typeface="Inter SemiBold"/>
              <a:ea typeface="Inter SemiBold"/>
              <a:cs typeface="Inter SemiBold"/>
              <a:sym typeface="Inter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64" name="Shape 64"/>
        <p:cNvGrpSpPr/>
        <p:nvPr/>
      </p:nvGrpSpPr>
      <p:grpSpPr>
        <a:xfrm>
          <a:off x="0" y="0"/>
          <a:ext cx="0" cy="0"/>
          <a:chOff x="0" y="0"/>
          <a:chExt cx="0" cy="0"/>
        </a:xfrm>
      </p:grpSpPr>
      <p:graphicFrame>
        <p:nvGraphicFramePr>
          <p:cNvPr id="65" name="Google Shape;65;p5"/>
          <p:cNvGraphicFramePr/>
          <p:nvPr/>
        </p:nvGraphicFramePr>
        <p:xfrm>
          <a:off x="428125" y="954388"/>
          <a:ext cx="3000000" cy="3000000"/>
        </p:xfrm>
        <a:graphic>
          <a:graphicData uri="http://schemas.openxmlformats.org/drawingml/2006/table">
            <a:tbl>
              <a:tblPr>
                <a:noFill/>
                <a:tableStyleId>{5EC1109F-0811-402B-A945-5BEB5A00304F}</a:tableStyleId>
              </a:tblPr>
              <a:tblGrid>
                <a:gridCol w="492300"/>
                <a:gridCol w="6783700"/>
                <a:gridCol w="989925"/>
              </a:tblGrid>
              <a:tr h="377525">
                <a:tc gridSpan="2">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FFFFFF"/>
                          </a:solidFill>
                          <a:latin typeface="Inter"/>
                          <a:ea typeface="Inter"/>
                          <a:cs typeface="Inter"/>
                          <a:sym typeface="Inter"/>
                        </a:rPr>
                        <a:t>SECTION</a:t>
                      </a:r>
                      <a:endParaRPr b="1" sz="1400" u="none" cap="none" strike="noStrike">
                        <a:solidFill>
                          <a:srgbClr val="FFFFFF"/>
                        </a:solidFill>
                        <a:latin typeface="Inter"/>
                        <a:ea typeface="Inter"/>
                        <a:cs typeface="Inter"/>
                        <a:sym typeface="Inter"/>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661F08"/>
                    </a:solidFill>
                  </a:tcPr>
                </a:tc>
                <a:tc hMerge="1"/>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FFFFFF"/>
                          </a:solidFill>
                          <a:latin typeface="Inter"/>
                          <a:ea typeface="Inter"/>
                          <a:cs typeface="Inter"/>
                          <a:sym typeface="Inter"/>
                        </a:rPr>
                        <a:t>(%)</a:t>
                      </a:r>
                      <a:endParaRPr b="1" sz="1400" u="none" cap="none" strike="noStrike">
                        <a:solidFill>
                          <a:srgbClr val="FFFFFF"/>
                        </a:solidFill>
                        <a:latin typeface="Inter"/>
                        <a:ea typeface="Inter"/>
                        <a:cs typeface="Inter"/>
                        <a:sym typeface="Inter"/>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661F08"/>
                    </a:solidFill>
                  </a:tcPr>
                </a:tc>
              </a:tr>
              <a:tr h="377525">
                <a:tc>
                  <a:txBody>
                    <a:bodyPr/>
                    <a:lstStyle/>
                    <a:p>
                      <a:pPr indent="0" lvl="0" marL="0" marR="0" rtl="0" algn="ct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1</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Organisasi dan Manajemen kerja</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10</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r>
              <a:tr h="377525">
                <a:tc>
                  <a:txBody>
                    <a:bodyPr/>
                    <a:lstStyle/>
                    <a:p>
                      <a:pPr indent="0" lvl="0" marL="0" marR="0" rtl="0" algn="ct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2</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Keterampilan Komunikasi dan Interpersonal</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10</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r>
              <a:tr h="377525">
                <a:tc>
                  <a:txBody>
                    <a:bodyPr/>
                    <a:lstStyle/>
                    <a:p>
                      <a:pPr indent="0" lvl="0" marL="0" marR="0" rtl="0" algn="ct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3</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400" u="none" cap="none" strike="noStrike">
                          <a:solidFill>
                            <a:srgbClr val="661F08"/>
                          </a:solidFill>
                          <a:latin typeface="Inter SemiBold"/>
                          <a:ea typeface="Inter SemiBold"/>
                          <a:cs typeface="Inter SemiBold"/>
                          <a:sym typeface="Inter SemiBold"/>
                        </a:rPr>
                        <a:t>Pemecahan Masalah	</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10</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r>
              <a:tr h="377525">
                <a:tc>
                  <a:txBody>
                    <a:bodyPr/>
                    <a:lstStyle/>
                    <a:p>
                      <a:pPr indent="0" lvl="0" marL="0" marR="0" rtl="0" algn="ct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4</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400" u="none" cap="none" strike="noStrike">
                          <a:solidFill>
                            <a:srgbClr val="661F08"/>
                          </a:solidFill>
                          <a:latin typeface="Inter SemiBold"/>
                          <a:ea typeface="Inter SemiBold"/>
                          <a:cs typeface="Inter SemiBold"/>
                          <a:sym typeface="Inter SemiBold"/>
                        </a:rPr>
                        <a:t>Inovasi, Kreativitas dan Desain</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35</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r>
              <a:tr h="377525">
                <a:tc>
                  <a:txBody>
                    <a:bodyPr/>
                    <a:lstStyle/>
                    <a:p>
                      <a:pPr indent="0" lvl="0" marL="0" marR="0" rtl="0" algn="ct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5</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 sz="1400" u="none" cap="none" strike="noStrike">
                          <a:solidFill>
                            <a:srgbClr val="661F08"/>
                          </a:solidFill>
                          <a:latin typeface="Inter SemiBold"/>
                          <a:ea typeface="Inter SemiBold"/>
                          <a:cs typeface="Inter SemiBold"/>
                          <a:sym typeface="Inter SemiBold"/>
                        </a:rPr>
                        <a:t>Aspek Teknis dan Output </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35</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FFFCF7"/>
                    </a:solidFill>
                  </a:tcPr>
                </a:tc>
              </a:tr>
              <a:tr h="377525">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chemeClr val="dk1"/>
                        </a:solidFill>
                        <a:latin typeface="Inter SemiBold"/>
                        <a:ea typeface="Inter SemiBold"/>
                        <a:cs typeface="Inter SemiBold"/>
                        <a:sym typeface="Inter SemiBold"/>
                      </a:endParaRPr>
                    </a:p>
                  </a:txBody>
                  <a:tcPr marT="19050" marB="19050" marR="28575" marL="28575">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E5C8F5"/>
                    </a:solidFill>
                  </a:tcPr>
                </a:tc>
                <a:tc>
                  <a:txBody>
                    <a:bodyPr/>
                    <a:lstStyle/>
                    <a:p>
                      <a:pPr indent="0" lvl="0" marL="0" marR="91440" rtl="0" algn="r">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TOTAL</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E5C8F5"/>
                    </a:solidFill>
                  </a:tcPr>
                </a:tc>
                <a:tc>
                  <a:txBody>
                    <a:bodyPr/>
                    <a:lstStyle/>
                    <a:p>
                      <a:pPr indent="0" lvl="0" marL="0" marR="91440" rtl="0" algn="l">
                        <a:lnSpc>
                          <a:spcPct val="115000"/>
                        </a:lnSpc>
                        <a:spcBef>
                          <a:spcPts val="0"/>
                        </a:spcBef>
                        <a:spcAft>
                          <a:spcPts val="0"/>
                        </a:spcAft>
                        <a:buClr>
                          <a:srgbClr val="000000"/>
                        </a:buClr>
                        <a:buSzPts val="1400"/>
                        <a:buFont typeface="Arial"/>
                        <a:buNone/>
                      </a:pPr>
                      <a:r>
                        <a:rPr b="1" lang="en" sz="1400" u="none" cap="none" strike="noStrike">
                          <a:solidFill>
                            <a:srgbClr val="661F08"/>
                          </a:solidFill>
                          <a:latin typeface="Inter SemiBold"/>
                          <a:ea typeface="Inter SemiBold"/>
                          <a:cs typeface="Inter SemiBold"/>
                          <a:sym typeface="Inter SemiBold"/>
                        </a:rPr>
                        <a:t>100</a:t>
                      </a:r>
                      <a:endParaRPr b="1" sz="1400" u="none" cap="none" strike="noStrike">
                        <a:solidFill>
                          <a:srgbClr val="661F08"/>
                        </a:solidFill>
                        <a:latin typeface="Inter SemiBold"/>
                        <a:ea typeface="Inter SemiBold"/>
                        <a:cs typeface="Inter SemiBold"/>
                        <a:sym typeface="Inter SemiBold"/>
                      </a:endParaRPr>
                    </a:p>
                  </a:txBody>
                  <a:tcPr marT="19050" marB="19050" marR="28575" marL="28575" anchor="b">
                    <a:lnL cap="flat" cmpd="sng" w="10575">
                      <a:solidFill>
                        <a:srgbClr val="661F08"/>
                      </a:solidFill>
                      <a:prstDash val="solid"/>
                      <a:round/>
                      <a:headEnd len="sm" w="sm" type="none"/>
                      <a:tailEnd len="sm" w="sm" type="none"/>
                    </a:lnL>
                    <a:lnR cap="flat" cmpd="sng" w="10575">
                      <a:solidFill>
                        <a:srgbClr val="661F08"/>
                      </a:solidFill>
                      <a:prstDash val="solid"/>
                      <a:round/>
                      <a:headEnd len="sm" w="sm" type="none"/>
                      <a:tailEnd len="sm" w="sm" type="none"/>
                    </a:lnR>
                    <a:lnT cap="flat" cmpd="sng" w="10575">
                      <a:solidFill>
                        <a:srgbClr val="661F08"/>
                      </a:solidFill>
                      <a:prstDash val="solid"/>
                      <a:round/>
                      <a:headEnd len="sm" w="sm" type="none"/>
                      <a:tailEnd len="sm" w="sm" type="none"/>
                    </a:lnT>
                    <a:lnB cap="flat" cmpd="sng" w="10575">
                      <a:solidFill>
                        <a:srgbClr val="661F08"/>
                      </a:solidFill>
                      <a:prstDash val="solid"/>
                      <a:round/>
                      <a:headEnd len="sm" w="sm" type="none"/>
                      <a:tailEnd len="sm" w="sm" type="none"/>
                    </a:lnB>
                    <a:solidFill>
                      <a:srgbClr val="E5C8F5"/>
                    </a:solidFill>
                  </a:tcPr>
                </a:tc>
              </a:tr>
            </a:tbl>
          </a:graphicData>
        </a:graphic>
      </p:graphicFrame>
      <p:sp>
        <p:nvSpPr>
          <p:cNvPr id="66" name="Google Shape;66;p5"/>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SemiBold"/>
                <a:ea typeface="Inter SemiBold"/>
                <a:cs typeface="Inter SemiBold"/>
                <a:sym typeface="Inter SemiBold"/>
              </a:rPr>
              <a:t>Standar Kompetisi Bidang Lomba</a:t>
            </a:r>
            <a:endParaRPr b="1" i="0" sz="2600" u="none" cap="none" strike="noStrike">
              <a:solidFill>
                <a:srgbClr val="661F08"/>
              </a:solidFill>
              <a:latin typeface="Inter SemiBold"/>
              <a:ea typeface="Inter SemiBold"/>
              <a:cs typeface="Inter SemiBold"/>
              <a:sym typeface="Inter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1F08"/>
        </a:solidFill>
      </p:bgPr>
    </p:bg>
    <p:spTree>
      <p:nvGrpSpPr>
        <p:cNvPr id="70" name="Shape 70"/>
        <p:cNvGrpSpPr/>
        <p:nvPr/>
      </p:nvGrpSpPr>
      <p:grpSpPr>
        <a:xfrm>
          <a:off x="0" y="0"/>
          <a:ext cx="0" cy="0"/>
          <a:chOff x="0" y="0"/>
          <a:chExt cx="0" cy="0"/>
        </a:xfrm>
      </p:grpSpPr>
      <p:sp>
        <p:nvSpPr>
          <p:cNvPr id="71" name="Google Shape;71;p6"/>
          <p:cNvSpPr txBox="1"/>
          <p:nvPr/>
        </p:nvSpPr>
        <p:spPr>
          <a:xfrm>
            <a:off x="309475" y="272628"/>
            <a:ext cx="7083000" cy="26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Format &amp; Struktur Uji</a:t>
            </a:r>
            <a:endParaRPr b="1" i="0" sz="2900" u="none" cap="none" strike="noStrike">
              <a:solidFill>
                <a:srgbClr val="E5C8F5"/>
              </a:solidFill>
              <a:latin typeface="Inter SemiBold"/>
              <a:ea typeface="Inter SemiBold"/>
              <a:cs typeface="Inter SemiBold"/>
              <a:sym typeface="Inter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75" name="Shape 75"/>
        <p:cNvGrpSpPr/>
        <p:nvPr/>
      </p:nvGrpSpPr>
      <p:grpSpPr>
        <a:xfrm>
          <a:off x="0" y="0"/>
          <a:ext cx="0" cy="0"/>
          <a:chOff x="0" y="0"/>
          <a:chExt cx="0" cy="0"/>
        </a:xfrm>
      </p:grpSpPr>
      <p:sp>
        <p:nvSpPr>
          <p:cNvPr id="76" name="Google Shape;76;p7"/>
          <p:cNvSpPr/>
          <p:nvPr/>
        </p:nvSpPr>
        <p:spPr>
          <a:xfrm>
            <a:off x="5305101" y="1248959"/>
            <a:ext cx="1489200" cy="807600"/>
          </a:xfrm>
          <a:prstGeom prst="roundRect">
            <a:avLst>
              <a:gd fmla="val 16667" name="adj"/>
            </a:avLst>
          </a:prstGeom>
          <a:solidFill>
            <a:srgbClr val="661F0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chemeClr val="lt1"/>
                </a:solidFill>
                <a:latin typeface="Inter"/>
                <a:ea typeface="Inter"/>
                <a:cs typeface="Inter"/>
                <a:sym typeface="Inter"/>
              </a:rPr>
              <a:t>MODUL 4</a:t>
            </a:r>
            <a:endParaRPr b="1" i="0" sz="1100" u="none" cap="none" strike="noStrike">
              <a:solidFill>
                <a:schemeClr val="lt1"/>
              </a:solidFill>
              <a:latin typeface="Inter"/>
              <a:ea typeface="Inter"/>
              <a:cs typeface="Inter"/>
              <a:sym typeface="Inter"/>
            </a:endParaRPr>
          </a:p>
          <a:p>
            <a:pPr indent="0" lvl="0" marL="0" marR="0" rtl="0" algn="ctr">
              <a:lnSpc>
                <a:spcPct val="100000"/>
              </a:lnSpc>
              <a:spcBef>
                <a:spcPts val="0"/>
              </a:spcBef>
              <a:spcAft>
                <a:spcPts val="0"/>
              </a:spcAft>
              <a:buClr>
                <a:schemeClr val="dk1"/>
              </a:buClr>
              <a:buSzPts val="1100"/>
              <a:buFont typeface="Arial"/>
              <a:buNone/>
            </a:pPr>
            <a:r>
              <a:rPr b="0" i="0" lang="en" sz="1100" u="none" cap="none" strike="noStrike">
                <a:solidFill>
                  <a:schemeClr val="lt1"/>
                </a:solidFill>
                <a:latin typeface="Inter"/>
                <a:ea typeface="Inter"/>
                <a:cs typeface="Inter"/>
                <a:sym typeface="Inter"/>
              </a:rPr>
              <a:t>Digital Publication Design</a:t>
            </a:r>
            <a:endParaRPr b="1" i="0" sz="1100" u="none" cap="none" strike="noStrike">
              <a:solidFill>
                <a:schemeClr val="lt1"/>
              </a:solidFill>
              <a:latin typeface="Inter SemiBold"/>
              <a:ea typeface="Inter SemiBold"/>
              <a:cs typeface="Inter SemiBold"/>
              <a:sym typeface="Inter SemiBold"/>
            </a:endParaRPr>
          </a:p>
        </p:txBody>
      </p:sp>
      <p:sp>
        <p:nvSpPr>
          <p:cNvPr id="77" name="Google Shape;77;p7"/>
          <p:cNvSpPr/>
          <p:nvPr/>
        </p:nvSpPr>
        <p:spPr>
          <a:xfrm>
            <a:off x="2025912" y="1248959"/>
            <a:ext cx="1536300" cy="807600"/>
          </a:xfrm>
          <a:prstGeom prst="roundRect">
            <a:avLst>
              <a:gd fmla="val 16667" name="adj"/>
            </a:avLst>
          </a:prstGeom>
          <a:solidFill>
            <a:srgbClr val="661F0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000" u="none" cap="none" strike="noStrike">
                <a:solidFill>
                  <a:schemeClr val="lt1"/>
                </a:solidFill>
                <a:latin typeface="Inter"/>
                <a:ea typeface="Inter"/>
                <a:cs typeface="Inter"/>
                <a:sym typeface="Inter"/>
              </a:rPr>
              <a:t>MODUL 2</a:t>
            </a:r>
            <a:endParaRPr b="1" i="0" sz="1000" u="none" cap="none" strike="noStrike">
              <a:solidFill>
                <a:schemeClr val="lt1"/>
              </a:solidFill>
              <a:latin typeface="Inter"/>
              <a:ea typeface="Inter"/>
              <a:cs typeface="Inter"/>
              <a:sym typeface="Inter"/>
            </a:endParaRPr>
          </a:p>
          <a:p>
            <a:pPr indent="0" lvl="0" marL="0" marR="0" rtl="0" algn="ctr">
              <a:lnSpc>
                <a:spcPct val="100000"/>
              </a:lnSpc>
              <a:spcBef>
                <a:spcPts val="0"/>
              </a:spcBef>
              <a:spcAft>
                <a:spcPts val="0"/>
              </a:spcAft>
              <a:buClr>
                <a:schemeClr val="dk1"/>
              </a:buClr>
              <a:buSzPts val="1100"/>
              <a:buFont typeface="Arial"/>
              <a:buNone/>
            </a:pPr>
            <a:r>
              <a:rPr b="0" i="0" lang="en" sz="1000" u="none" cap="none" strike="noStrike">
                <a:solidFill>
                  <a:schemeClr val="lt1"/>
                </a:solidFill>
                <a:latin typeface="Inter"/>
                <a:ea typeface="Inter"/>
                <a:cs typeface="Inter"/>
                <a:sym typeface="Inter"/>
              </a:rPr>
              <a:t>Digital Implementation Design</a:t>
            </a:r>
            <a:endParaRPr b="1" i="0" sz="1000" u="none" cap="none" strike="noStrike">
              <a:solidFill>
                <a:schemeClr val="lt1"/>
              </a:solidFill>
              <a:latin typeface="Inter SemiBold"/>
              <a:ea typeface="Inter SemiBold"/>
              <a:cs typeface="Inter SemiBold"/>
              <a:sym typeface="Inter SemiBold"/>
            </a:endParaRPr>
          </a:p>
        </p:txBody>
      </p:sp>
      <p:sp>
        <p:nvSpPr>
          <p:cNvPr id="78" name="Google Shape;78;p7"/>
          <p:cNvSpPr/>
          <p:nvPr/>
        </p:nvSpPr>
        <p:spPr>
          <a:xfrm>
            <a:off x="3665512" y="1248959"/>
            <a:ext cx="1536300" cy="807600"/>
          </a:xfrm>
          <a:prstGeom prst="roundRect">
            <a:avLst>
              <a:gd fmla="val 16667" name="adj"/>
            </a:avLst>
          </a:prstGeom>
          <a:solidFill>
            <a:srgbClr val="661F0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MODUL 3</a:t>
            </a:r>
            <a:endParaRPr b="1" i="0" sz="1100" u="none" cap="none" strike="noStrike">
              <a:solidFill>
                <a:schemeClr val="lt1"/>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Inter"/>
                <a:ea typeface="Inter"/>
                <a:cs typeface="Inter"/>
                <a:sym typeface="Inter"/>
              </a:rPr>
              <a:t>Corporate Identity</a:t>
            </a:r>
            <a:endParaRPr b="1" i="0" sz="1100" u="none" cap="none" strike="noStrike">
              <a:solidFill>
                <a:schemeClr val="lt1"/>
              </a:solidFill>
              <a:latin typeface="Inter SemiBold"/>
              <a:ea typeface="Inter SemiBold"/>
              <a:cs typeface="Inter SemiBold"/>
              <a:sym typeface="Inter SemiBold"/>
            </a:endParaRPr>
          </a:p>
        </p:txBody>
      </p:sp>
      <p:sp>
        <p:nvSpPr>
          <p:cNvPr id="79" name="Google Shape;79;p7"/>
          <p:cNvSpPr/>
          <p:nvPr/>
        </p:nvSpPr>
        <p:spPr>
          <a:xfrm>
            <a:off x="388175" y="1248959"/>
            <a:ext cx="1536300" cy="807600"/>
          </a:xfrm>
          <a:prstGeom prst="roundRect">
            <a:avLst>
              <a:gd fmla="val 16667" name="adj"/>
            </a:avLst>
          </a:prstGeom>
          <a:solidFill>
            <a:srgbClr val="661F0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chemeClr val="lt1"/>
                </a:solidFill>
                <a:latin typeface="Inter"/>
                <a:ea typeface="Inter"/>
                <a:cs typeface="Inter"/>
                <a:sym typeface="Inter"/>
              </a:rPr>
              <a:t>MODUL 1</a:t>
            </a:r>
            <a:endParaRPr b="1" i="0" sz="1100" u="none" cap="none" strike="noStrike">
              <a:solidFill>
                <a:schemeClr val="lt1"/>
              </a:solidFill>
              <a:latin typeface="Inter"/>
              <a:ea typeface="Inter"/>
              <a:cs typeface="Inter"/>
              <a:sym typeface="Inter"/>
            </a:endParaRPr>
          </a:p>
          <a:p>
            <a:pPr indent="0" lvl="0" marL="0" marR="0" rtl="0" algn="ctr">
              <a:lnSpc>
                <a:spcPct val="100000"/>
              </a:lnSpc>
              <a:spcBef>
                <a:spcPts val="0"/>
              </a:spcBef>
              <a:spcAft>
                <a:spcPts val="0"/>
              </a:spcAft>
              <a:buClr>
                <a:schemeClr val="dk1"/>
              </a:buClr>
              <a:buSzPts val="1100"/>
              <a:buFont typeface="Arial"/>
              <a:buNone/>
            </a:pPr>
            <a:r>
              <a:rPr b="0" i="0" lang="en" sz="1100" u="none" cap="none" strike="noStrike">
                <a:solidFill>
                  <a:schemeClr val="lt1"/>
                </a:solidFill>
                <a:latin typeface="Inter"/>
                <a:ea typeface="Inter"/>
                <a:cs typeface="Inter"/>
                <a:sym typeface="Inter"/>
              </a:rPr>
              <a:t>Design Process</a:t>
            </a:r>
            <a:endParaRPr b="1" i="0" sz="1100" u="none" cap="none" strike="noStrike">
              <a:solidFill>
                <a:schemeClr val="lt1"/>
              </a:solidFill>
              <a:latin typeface="Inter SemiBold"/>
              <a:ea typeface="Inter SemiBold"/>
              <a:cs typeface="Inter SemiBold"/>
              <a:sym typeface="Inter SemiBold"/>
            </a:endParaRPr>
          </a:p>
        </p:txBody>
      </p:sp>
      <p:sp>
        <p:nvSpPr>
          <p:cNvPr id="80" name="Google Shape;80;p7"/>
          <p:cNvSpPr txBox="1"/>
          <p:nvPr/>
        </p:nvSpPr>
        <p:spPr>
          <a:xfrm>
            <a:off x="317365" y="807134"/>
            <a:ext cx="5253300" cy="307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Proyek Uji/Modul dapat terdiri dari modul-modul berikut:</a:t>
            </a:r>
            <a:endParaRPr b="0" i="0" sz="1100" u="none" cap="none" strike="noStrike">
              <a:solidFill>
                <a:srgbClr val="661F08"/>
              </a:solidFill>
              <a:latin typeface="Inter"/>
              <a:ea typeface="Inter"/>
              <a:cs typeface="Inter"/>
              <a:sym typeface="Inter"/>
            </a:endParaRPr>
          </a:p>
        </p:txBody>
      </p:sp>
      <p:sp>
        <p:nvSpPr>
          <p:cNvPr id="81" name="Google Shape;81;p7"/>
          <p:cNvSpPr txBox="1"/>
          <p:nvPr/>
        </p:nvSpPr>
        <p:spPr>
          <a:xfrm>
            <a:off x="3663625" y="2355550"/>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0" i="0" lang="en" sz="800" u="none" cap="none" strike="noStrike">
                <a:solidFill>
                  <a:srgbClr val="661F08"/>
                </a:solidFill>
                <a:latin typeface="Inter"/>
                <a:ea typeface="Inter"/>
                <a:cs typeface="Inter"/>
                <a:sym typeface="Inter"/>
              </a:rPr>
              <a:t>Sistem logo dan penerapannya, papan nama, simbol, grafik, tabel, </a:t>
            </a:r>
            <a:r>
              <a:rPr b="0" i="1" lang="en" sz="800" u="none" cap="none" strike="noStrike">
                <a:solidFill>
                  <a:srgbClr val="661F08"/>
                </a:solidFill>
                <a:latin typeface="Inter"/>
                <a:ea typeface="Inter"/>
                <a:cs typeface="Inter"/>
                <a:sym typeface="Inter"/>
              </a:rPr>
              <a:t>wayfinding</a:t>
            </a:r>
            <a:r>
              <a:rPr b="0" i="0" lang="en" sz="800" u="none" cap="none" strike="noStrike">
                <a:solidFill>
                  <a:srgbClr val="661F08"/>
                </a:solidFill>
                <a:latin typeface="Inter"/>
                <a:ea typeface="Inter"/>
                <a:cs typeface="Inter"/>
                <a:sym typeface="Inter"/>
              </a:rPr>
              <a:t>, elemen media sosial, atau elemen serupa.</a:t>
            </a:r>
            <a:endParaRPr b="0" i="1" sz="800" u="none" cap="none" strike="noStrike">
              <a:solidFill>
                <a:srgbClr val="661F08"/>
              </a:solidFill>
              <a:latin typeface="Inter"/>
              <a:ea typeface="Inter"/>
              <a:cs typeface="Inter"/>
              <a:sym typeface="Inter"/>
            </a:endParaRPr>
          </a:p>
        </p:txBody>
      </p:sp>
      <p:sp>
        <p:nvSpPr>
          <p:cNvPr id="82" name="Google Shape;82;p7"/>
          <p:cNvSpPr txBox="1"/>
          <p:nvPr/>
        </p:nvSpPr>
        <p:spPr>
          <a:xfrm>
            <a:off x="2054075" y="2355550"/>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0" i="0" lang="en" sz="800" u="none" cap="none" strike="noStrike">
                <a:solidFill>
                  <a:srgbClr val="661F08"/>
                </a:solidFill>
                <a:latin typeface="Inter"/>
                <a:ea typeface="Inter"/>
                <a:cs typeface="Inter"/>
                <a:sym typeface="Inter"/>
              </a:rPr>
              <a:t>Digitalisasi logo dan penentuan gaya visual.</a:t>
            </a:r>
            <a:endParaRPr b="0" i="0"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t/>
            </a:r>
            <a:endParaRPr b="0" i="0"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800"/>
              <a:buFont typeface="Arial"/>
              <a:buNone/>
            </a:pPr>
            <a:r>
              <a:t/>
            </a:r>
            <a:endParaRPr b="0" i="0"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800"/>
              <a:buFont typeface="Arial"/>
              <a:buNone/>
            </a:pPr>
            <a:r>
              <a:t/>
            </a:r>
            <a:endParaRPr b="0" i="1" sz="800" u="none" cap="none" strike="noStrike">
              <a:solidFill>
                <a:srgbClr val="661F08"/>
              </a:solidFill>
              <a:latin typeface="Inter"/>
              <a:ea typeface="Inter"/>
              <a:cs typeface="Inter"/>
              <a:sym typeface="Inter"/>
            </a:endParaRPr>
          </a:p>
        </p:txBody>
      </p:sp>
      <p:sp>
        <p:nvSpPr>
          <p:cNvPr id="83" name="Google Shape;83;p7"/>
          <p:cNvSpPr txBox="1"/>
          <p:nvPr/>
        </p:nvSpPr>
        <p:spPr>
          <a:xfrm>
            <a:off x="5312275" y="2355550"/>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800"/>
              <a:buFont typeface="Arial"/>
              <a:buNone/>
            </a:pPr>
            <a:r>
              <a:rPr b="0" i="0" lang="en" sz="800" u="none" cap="none" strike="noStrike">
                <a:solidFill>
                  <a:srgbClr val="661F08"/>
                </a:solidFill>
                <a:latin typeface="Inter"/>
                <a:ea typeface="Inter"/>
                <a:cs typeface="Inter"/>
                <a:sym typeface="Inter"/>
              </a:rPr>
              <a:t>Penerapan logo dan gaya visual ke dalam media promosi web, penerapan UI &amp; UX pada desain, pemahaman dalam merancang untuk </a:t>
            </a:r>
            <a:r>
              <a:rPr b="0" i="1" lang="en" sz="800" u="none" cap="none" strike="noStrike">
                <a:solidFill>
                  <a:srgbClr val="661F08"/>
                </a:solidFill>
                <a:latin typeface="Inter"/>
                <a:ea typeface="Inter"/>
                <a:cs typeface="Inter"/>
                <a:sym typeface="Inter"/>
              </a:rPr>
              <a:t>desktop</a:t>
            </a:r>
            <a:br>
              <a:rPr b="0" i="0" lang="en" sz="800" u="none" cap="none" strike="noStrike">
                <a:solidFill>
                  <a:srgbClr val="661F08"/>
                </a:solidFill>
                <a:latin typeface="Inter"/>
                <a:ea typeface="Inter"/>
                <a:cs typeface="Inter"/>
                <a:sym typeface="Inter"/>
              </a:rPr>
            </a:br>
            <a:r>
              <a:rPr b="0" i="0" lang="en" sz="800" u="none" cap="none" strike="noStrike">
                <a:solidFill>
                  <a:srgbClr val="661F08"/>
                </a:solidFill>
                <a:latin typeface="Inter"/>
                <a:ea typeface="Inter"/>
                <a:cs typeface="Inter"/>
                <a:sym typeface="Inter"/>
              </a:rPr>
              <a:t>dan </a:t>
            </a:r>
            <a:r>
              <a:rPr b="0" i="1" lang="en" sz="800" u="none" cap="none" strike="noStrike">
                <a:solidFill>
                  <a:srgbClr val="661F08"/>
                </a:solidFill>
                <a:latin typeface="Inter"/>
                <a:ea typeface="Inter"/>
                <a:cs typeface="Inter"/>
                <a:sym typeface="Inter"/>
              </a:rPr>
              <a:t>mobile</a:t>
            </a:r>
            <a:r>
              <a:rPr b="0" i="0" lang="en" sz="800" u="none" cap="none" strike="noStrike">
                <a:solidFill>
                  <a:srgbClr val="661F08"/>
                </a:solidFill>
                <a:latin typeface="Inter"/>
                <a:ea typeface="Inter"/>
                <a:cs typeface="Inter"/>
                <a:sym typeface="Inter"/>
              </a:rPr>
              <a:t>.</a:t>
            </a:r>
            <a:endParaRPr b="0" i="0" sz="800" u="none" cap="none" strike="noStrike">
              <a:solidFill>
                <a:srgbClr val="661F08"/>
              </a:solidFill>
              <a:latin typeface="Inter"/>
              <a:ea typeface="Inter"/>
              <a:cs typeface="Inter"/>
              <a:sym typeface="Inter"/>
            </a:endParaRPr>
          </a:p>
        </p:txBody>
      </p:sp>
      <p:sp>
        <p:nvSpPr>
          <p:cNvPr id="84" name="Google Shape;84;p7"/>
          <p:cNvSpPr txBox="1"/>
          <p:nvPr/>
        </p:nvSpPr>
        <p:spPr>
          <a:xfrm>
            <a:off x="393575" y="2355550"/>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0" i="0" lang="en" sz="800" u="none" cap="none" strike="noStrike">
                <a:solidFill>
                  <a:srgbClr val="661F08"/>
                </a:solidFill>
                <a:latin typeface="Inter"/>
                <a:ea typeface="Inter"/>
                <a:cs typeface="Inter"/>
                <a:sym typeface="Inter"/>
              </a:rPr>
              <a:t>Menerjemah dan meng-</a:t>
            </a:r>
            <a:br>
              <a:rPr b="0" i="0" lang="en" sz="800" u="none" cap="none" strike="noStrike">
                <a:solidFill>
                  <a:srgbClr val="661F08"/>
                </a:solidFill>
                <a:latin typeface="Inter"/>
                <a:ea typeface="Inter"/>
                <a:cs typeface="Inter"/>
                <a:sym typeface="Inter"/>
              </a:rPr>
            </a:br>
            <a:r>
              <a:rPr b="0" i="0" lang="en" sz="800" u="none" cap="none" strike="noStrike">
                <a:solidFill>
                  <a:srgbClr val="661F08"/>
                </a:solidFill>
                <a:latin typeface="Inter"/>
                <a:ea typeface="Inter"/>
                <a:cs typeface="Inter"/>
                <a:sym typeface="Inter"/>
              </a:rPr>
              <a:t>artikulasikan permintaan dari klien berupa </a:t>
            </a:r>
            <a:r>
              <a:rPr b="0" i="1" lang="en" sz="800" u="none" cap="none" strike="noStrike">
                <a:solidFill>
                  <a:srgbClr val="661F08"/>
                </a:solidFill>
                <a:latin typeface="Inter"/>
                <a:ea typeface="Inter"/>
                <a:cs typeface="Inter"/>
                <a:sym typeface="Inter"/>
              </a:rPr>
              <a:t>brief</a:t>
            </a:r>
            <a:r>
              <a:rPr b="0" i="0" lang="en" sz="800" u="none" cap="none" strike="noStrike">
                <a:solidFill>
                  <a:srgbClr val="661F08"/>
                </a:solidFill>
                <a:latin typeface="Inter"/>
                <a:ea typeface="Inter"/>
                <a:cs typeface="Inter"/>
                <a:sym typeface="Inter"/>
              </a:rPr>
              <a:t> dalam bentuk konsep, logo, dan sampai</a:t>
            </a:r>
            <a:br>
              <a:rPr b="0" i="0" lang="en" sz="800" u="none" cap="none" strike="noStrike">
                <a:solidFill>
                  <a:srgbClr val="661F08"/>
                </a:solidFill>
                <a:latin typeface="Inter"/>
                <a:ea typeface="Inter"/>
                <a:cs typeface="Inter"/>
                <a:sym typeface="Inter"/>
              </a:rPr>
            </a:br>
            <a:r>
              <a:rPr b="0" i="0" lang="en" sz="800" u="none" cap="none" strike="noStrike">
                <a:solidFill>
                  <a:srgbClr val="661F08"/>
                </a:solidFill>
                <a:latin typeface="Inter"/>
                <a:ea typeface="Inter"/>
                <a:cs typeface="Inter"/>
                <a:sym typeface="Inter"/>
              </a:rPr>
              <a:t>gaya visual</a:t>
            </a:r>
            <a:r>
              <a:rPr b="0" i="1" lang="en" sz="800" u="none" cap="none" strike="noStrike">
                <a:solidFill>
                  <a:srgbClr val="661F08"/>
                </a:solidFill>
                <a:latin typeface="Inter"/>
                <a:ea typeface="Inter"/>
                <a:cs typeface="Inter"/>
                <a:sym typeface="Inter"/>
              </a:rPr>
              <a:t>.</a:t>
            </a:r>
            <a:endParaRPr b="0" i="0" sz="800" u="none" cap="none" strike="noStrike">
              <a:solidFill>
                <a:srgbClr val="661F08"/>
              </a:solidFill>
              <a:latin typeface="Inter"/>
              <a:ea typeface="Inter"/>
              <a:cs typeface="Inter"/>
              <a:sym typeface="Inter"/>
            </a:endParaRPr>
          </a:p>
        </p:txBody>
      </p:sp>
      <p:sp>
        <p:nvSpPr>
          <p:cNvPr id="85" name="Google Shape;85;p7"/>
          <p:cNvSpPr txBox="1"/>
          <p:nvPr/>
        </p:nvSpPr>
        <p:spPr>
          <a:xfrm>
            <a:off x="3663625" y="3647175"/>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1" lang="en" sz="800" u="none" cap="none" strike="noStrike">
                <a:solidFill>
                  <a:srgbClr val="661F08"/>
                </a:solidFill>
                <a:latin typeface="Inter"/>
                <a:ea typeface="Inter"/>
                <a:cs typeface="Inter"/>
                <a:sym typeface="Inter"/>
              </a:rPr>
              <a:t>Brand Guideline</a:t>
            </a:r>
            <a:endParaRPr b="1" i="1" sz="800" u="none" cap="none" strike="noStrike">
              <a:solidFill>
                <a:srgbClr val="661F08"/>
              </a:solidFill>
              <a:latin typeface="Inter"/>
              <a:ea typeface="Inter"/>
              <a:cs typeface="Inter"/>
              <a:sym typeface="Inter"/>
            </a:endParaRPr>
          </a:p>
        </p:txBody>
      </p:sp>
      <p:sp>
        <p:nvSpPr>
          <p:cNvPr id="86" name="Google Shape;86;p7"/>
          <p:cNvSpPr txBox="1"/>
          <p:nvPr/>
        </p:nvSpPr>
        <p:spPr>
          <a:xfrm>
            <a:off x="2025900" y="3647175"/>
            <a:ext cx="1536300" cy="97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1" lang="en" sz="800" u="none" cap="none" strike="noStrike">
                <a:solidFill>
                  <a:srgbClr val="661F08"/>
                </a:solidFill>
                <a:latin typeface="Inter"/>
                <a:ea typeface="Inter"/>
                <a:cs typeface="Inter"/>
                <a:sym typeface="Inter"/>
              </a:rPr>
              <a:t>Logo Implementation</a:t>
            </a:r>
            <a:br>
              <a:rPr b="1" i="1" lang="en" sz="800" u="none" cap="none" strike="noStrike">
                <a:solidFill>
                  <a:srgbClr val="661F08"/>
                </a:solidFill>
                <a:latin typeface="Inter"/>
                <a:ea typeface="Inter"/>
                <a:cs typeface="Inter"/>
                <a:sym typeface="Inter"/>
              </a:rPr>
            </a:br>
            <a:r>
              <a:rPr b="1" i="1" lang="en" sz="800" u="none" cap="none" strike="noStrike">
                <a:solidFill>
                  <a:srgbClr val="661F08"/>
                </a:solidFill>
                <a:latin typeface="Inter"/>
                <a:ea typeface="Inter"/>
                <a:cs typeface="Inter"/>
                <a:sym typeface="Inter"/>
              </a:rPr>
              <a:t>Packaging</a:t>
            </a:r>
            <a:br>
              <a:rPr b="1" i="1" lang="en" sz="800" u="none" cap="none" strike="noStrike">
                <a:solidFill>
                  <a:srgbClr val="661F08"/>
                </a:solidFill>
                <a:latin typeface="Inter"/>
                <a:ea typeface="Inter"/>
                <a:cs typeface="Inter"/>
                <a:sym typeface="Inter"/>
              </a:rPr>
            </a:br>
            <a:r>
              <a:rPr b="1" i="1" lang="en" sz="800" u="none" cap="none" strike="noStrike">
                <a:solidFill>
                  <a:srgbClr val="661F08"/>
                </a:solidFill>
                <a:latin typeface="Inter"/>
                <a:ea typeface="Inter"/>
                <a:cs typeface="Inter"/>
                <a:sym typeface="Inter"/>
              </a:rPr>
              <a:t>(Cylinder/Paper Bag/Box)</a:t>
            </a:r>
            <a:br>
              <a:rPr b="1" i="1" lang="en" sz="800" u="none" cap="none" strike="noStrike">
                <a:solidFill>
                  <a:srgbClr val="661F08"/>
                </a:solidFill>
                <a:latin typeface="Inter"/>
                <a:ea typeface="Inter"/>
                <a:cs typeface="Inter"/>
                <a:sym typeface="Inter"/>
              </a:rPr>
            </a:br>
            <a:r>
              <a:rPr b="1" i="1" lang="en" sz="800" u="none" cap="none" strike="noStrike">
                <a:solidFill>
                  <a:srgbClr val="661F08"/>
                </a:solidFill>
                <a:latin typeface="Inter"/>
                <a:ea typeface="Inter"/>
                <a:cs typeface="Inter"/>
                <a:sym typeface="Inter"/>
              </a:rPr>
              <a:t>T-Shirt</a:t>
            </a:r>
            <a:br>
              <a:rPr b="1" i="1" lang="en" sz="800" u="none" cap="none" strike="noStrike">
                <a:solidFill>
                  <a:srgbClr val="661F08"/>
                </a:solidFill>
                <a:latin typeface="Inter"/>
                <a:ea typeface="Inter"/>
                <a:cs typeface="Inter"/>
                <a:sym typeface="Inter"/>
              </a:rPr>
            </a:br>
            <a:r>
              <a:rPr b="1" i="1" lang="en" sz="800" u="none" cap="none" strike="noStrike">
                <a:solidFill>
                  <a:srgbClr val="661F08"/>
                </a:solidFill>
                <a:latin typeface="Inter"/>
                <a:ea typeface="Inter"/>
                <a:cs typeface="Inter"/>
                <a:sym typeface="Inter"/>
              </a:rPr>
              <a:t>Bus/Car/Airplane</a:t>
            </a:r>
            <a:br>
              <a:rPr b="1" i="1" lang="en" sz="800" u="none" cap="none" strike="noStrike">
                <a:solidFill>
                  <a:srgbClr val="661F08"/>
                </a:solidFill>
                <a:latin typeface="Inter"/>
                <a:ea typeface="Inter"/>
                <a:cs typeface="Inter"/>
                <a:sym typeface="Inter"/>
              </a:rPr>
            </a:br>
            <a:r>
              <a:rPr b="1" i="1" lang="en" sz="800" u="none" cap="none" strike="noStrike">
                <a:solidFill>
                  <a:srgbClr val="661F08"/>
                </a:solidFill>
                <a:latin typeface="Inter"/>
                <a:ea typeface="Inter"/>
                <a:cs typeface="Inter"/>
                <a:sym typeface="Inter"/>
              </a:rPr>
              <a:t>Social Media</a:t>
            </a:r>
            <a:endParaRPr b="1" i="1" sz="800" u="none" cap="none" strike="noStrike">
              <a:solidFill>
                <a:srgbClr val="661F08"/>
              </a:solidFill>
              <a:latin typeface="Inter"/>
              <a:ea typeface="Inter"/>
              <a:cs typeface="Inter"/>
              <a:sym typeface="Inter"/>
            </a:endParaRPr>
          </a:p>
        </p:txBody>
      </p:sp>
      <p:sp>
        <p:nvSpPr>
          <p:cNvPr id="87" name="Google Shape;87;p7"/>
          <p:cNvSpPr txBox="1"/>
          <p:nvPr/>
        </p:nvSpPr>
        <p:spPr>
          <a:xfrm>
            <a:off x="5312263" y="3647175"/>
            <a:ext cx="16227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800"/>
              <a:buFont typeface="Arial"/>
              <a:buNone/>
            </a:pPr>
            <a:r>
              <a:rPr b="1" i="1" lang="en" sz="800" u="none" cap="none" strike="noStrike">
                <a:solidFill>
                  <a:srgbClr val="661F08"/>
                </a:solidFill>
                <a:latin typeface="Inter"/>
                <a:ea typeface="Inter"/>
                <a:cs typeface="Inter"/>
                <a:sym typeface="Inter"/>
              </a:rPr>
              <a:t>Low-Fidelity Prototype</a:t>
            </a:r>
            <a:endParaRPr b="1" i="1"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1" lang="en" sz="800" u="none" cap="none" strike="noStrike">
                <a:solidFill>
                  <a:srgbClr val="661F08"/>
                </a:solidFill>
                <a:latin typeface="Inter"/>
                <a:ea typeface="Inter"/>
                <a:cs typeface="Inter"/>
                <a:sym typeface="Inter"/>
              </a:rPr>
              <a:t>High-Fidelity Prototype</a:t>
            </a:r>
            <a:endParaRPr b="1" i="1" sz="800" u="none" cap="none" strike="noStrike">
              <a:solidFill>
                <a:srgbClr val="661F08"/>
              </a:solidFill>
              <a:latin typeface="Inter"/>
              <a:ea typeface="Inter"/>
              <a:cs typeface="Inter"/>
              <a:sym typeface="Inter"/>
            </a:endParaRPr>
          </a:p>
        </p:txBody>
      </p:sp>
      <p:sp>
        <p:nvSpPr>
          <p:cNvPr id="88" name="Google Shape;88;p7"/>
          <p:cNvSpPr txBox="1"/>
          <p:nvPr/>
        </p:nvSpPr>
        <p:spPr>
          <a:xfrm>
            <a:off x="393574" y="3647175"/>
            <a:ext cx="1536300" cy="970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1" lang="en" sz="800" u="none" cap="none" strike="noStrike">
                <a:solidFill>
                  <a:srgbClr val="661F08"/>
                </a:solidFill>
                <a:latin typeface="Inter"/>
                <a:ea typeface="Inter"/>
                <a:cs typeface="Inter"/>
                <a:sym typeface="Inter"/>
              </a:rPr>
              <a:t>Mind Mapping</a:t>
            </a:r>
            <a:endParaRPr b="1" i="1"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1" lang="en" sz="800" u="none" cap="none" strike="noStrike">
                <a:solidFill>
                  <a:srgbClr val="661F08"/>
                </a:solidFill>
                <a:latin typeface="Inter"/>
                <a:ea typeface="Inter"/>
                <a:cs typeface="Inter"/>
                <a:sym typeface="Inter"/>
              </a:rPr>
              <a:t>Moodboard</a:t>
            </a:r>
            <a:endParaRPr b="1" i="1"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1" lang="en" sz="800" u="none" cap="none" strike="noStrike">
                <a:solidFill>
                  <a:srgbClr val="661F08"/>
                </a:solidFill>
                <a:latin typeface="Inter"/>
                <a:ea typeface="Inter"/>
                <a:cs typeface="Inter"/>
                <a:sym typeface="Inter"/>
              </a:rPr>
              <a:t>Logo Matriks</a:t>
            </a:r>
            <a:endParaRPr b="1" i="1"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0" lang="en" sz="800" u="none" cap="none" strike="noStrike">
                <a:solidFill>
                  <a:srgbClr val="661F08"/>
                </a:solidFill>
                <a:latin typeface="Inter"/>
                <a:ea typeface="Inter"/>
                <a:cs typeface="Inter"/>
                <a:sym typeface="Inter"/>
              </a:rPr>
              <a:t>Alternatif Logo Vektor</a:t>
            </a:r>
            <a:r>
              <a:rPr b="1" i="1" lang="en" sz="800" u="none" cap="none" strike="noStrike">
                <a:solidFill>
                  <a:srgbClr val="661F08"/>
                </a:solidFill>
                <a:latin typeface="Inter"/>
                <a:ea typeface="Inter"/>
                <a:cs typeface="Inter"/>
                <a:sym typeface="Inter"/>
              </a:rPr>
              <a:t> Stylescapes</a:t>
            </a:r>
            <a:endParaRPr b="1" i="1" sz="8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b="1" i="1" sz="800" u="none" cap="none" strike="noStrike">
              <a:solidFill>
                <a:srgbClr val="661F0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1" i="1" sz="800" u="none" cap="none" strike="noStrike">
              <a:solidFill>
                <a:srgbClr val="661F08"/>
              </a:solidFill>
              <a:latin typeface="Inter"/>
              <a:ea typeface="Inter"/>
              <a:cs typeface="Inter"/>
              <a:sym typeface="Inter"/>
            </a:endParaRPr>
          </a:p>
        </p:txBody>
      </p:sp>
      <p:sp>
        <p:nvSpPr>
          <p:cNvPr id="89" name="Google Shape;89;p7"/>
          <p:cNvSpPr txBox="1"/>
          <p:nvPr/>
        </p:nvSpPr>
        <p:spPr>
          <a:xfrm>
            <a:off x="309475" y="216425"/>
            <a:ext cx="50238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Format/Struktur Uji</a:t>
            </a:r>
            <a:endParaRPr b="1" i="0" sz="2600" u="none" cap="none" strike="noStrike">
              <a:solidFill>
                <a:srgbClr val="661F08"/>
              </a:solidFill>
              <a:latin typeface="Inter"/>
              <a:ea typeface="Inter"/>
              <a:cs typeface="Inter"/>
              <a:sym typeface="Inter"/>
            </a:endParaRPr>
          </a:p>
        </p:txBody>
      </p:sp>
      <p:cxnSp>
        <p:nvCxnSpPr>
          <p:cNvPr id="90" name="Google Shape;90;p7"/>
          <p:cNvCxnSpPr/>
          <p:nvPr/>
        </p:nvCxnSpPr>
        <p:spPr>
          <a:xfrm>
            <a:off x="365575" y="2205327"/>
            <a:ext cx="8368200" cy="0"/>
          </a:xfrm>
          <a:prstGeom prst="straightConnector1">
            <a:avLst/>
          </a:prstGeom>
          <a:noFill/>
          <a:ln cap="flat" cmpd="sng" w="9525">
            <a:solidFill>
              <a:srgbClr val="661F08"/>
            </a:solidFill>
            <a:prstDash val="solid"/>
            <a:round/>
            <a:headEnd len="sm" w="sm" type="none"/>
            <a:tailEnd len="sm" w="sm" type="none"/>
          </a:ln>
        </p:spPr>
      </p:cxnSp>
      <p:cxnSp>
        <p:nvCxnSpPr>
          <p:cNvPr id="91" name="Google Shape;91;p7"/>
          <p:cNvCxnSpPr/>
          <p:nvPr/>
        </p:nvCxnSpPr>
        <p:spPr>
          <a:xfrm>
            <a:off x="365575" y="3501355"/>
            <a:ext cx="8368200" cy="0"/>
          </a:xfrm>
          <a:prstGeom prst="straightConnector1">
            <a:avLst/>
          </a:prstGeom>
          <a:noFill/>
          <a:ln cap="flat" cmpd="sng" w="9525">
            <a:solidFill>
              <a:srgbClr val="661F08"/>
            </a:solidFill>
            <a:prstDash val="solid"/>
            <a:round/>
            <a:headEnd len="sm" w="sm" type="none"/>
            <a:tailEnd len="sm" w="sm" type="none"/>
          </a:ln>
        </p:spPr>
      </p:cxnSp>
      <p:sp>
        <p:nvSpPr>
          <p:cNvPr id="92" name="Google Shape;92;p7"/>
          <p:cNvSpPr txBox="1"/>
          <p:nvPr/>
        </p:nvSpPr>
        <p:spPr>
          <a:xfrm>
            <a:off x="7429654" y="4532575"/>
            <a:ext cx="1140300" cy="644400"/>
          </a:xfrm>
          <a:prstGeom prst="rect">
            <a:avLst/>
          </a:prstGeom>
          <a:noFill/>
          <a:ln>
            <a:noFill/>
          </a:ln>
        </p:spPr>
        <p:txBody>
          <a:bodyPr anchorCtr="0" anchor="t" bIns="91425" lIns="0" spcFirstLastPara="1" rIns="91425" wrap="square" tIns="91425">
            <a:noAutofit/>
          </a:bodyPr>
          <a:lstStyle/>
          <a:p>
            <a:pPr indent="-158399" lvl="0" marL="158399"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a:p>
            <a:pPr indent="-158399" lvl="0" marL="158399"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a:p>
            <a:pPr indent="-158399" lvl="0" marL="158399"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a:p>
            <a:pPr indent="-158399" lvl="0" marL="158399"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a:p>
            <a:pPr indent="-158399" lvl="0" marL="158399"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a:p>
            <a:pPr indent="-158399" lvl="0" marL="158399"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1F08"/>
        </a:solidFill>
      </p:bgPr>
    </p:bg>
    <p:spTree>
      <p:nvGrpSpPr>
        <p:cNvPr id="96" name="Shape 96"/>
        <p:cNvGrpSpPr/>
        <p:nvPr/>
      </p:nvGrpSpPr>
      <p:grpSpPr>
        <a:xfrm>
          <a:off x="0" y="0"/>
          <a:ext cx="0" cy="0"/>
          <a:chOff x="0" y="0"/>
          <a:chExt cx="0" cy="0"/>
        </a:xfrm>
      </p:grpSpPr>
      <p:sp>
        <p:nvSpPr>
          <p:cNvPr id="97" name="Google Shape;97;p8"/>
          <p:cNvSpPr txBox="1"/>
          <p:nvPr/>
        </p:nvSpPr>
        <p:spPr>
          <a:xfrm>
            <a:off x="309475" y="272628"/>
            <a:ext cx="7083000" cy="26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Kriteria &amp; Skema Penilaian</a:t>
            </a:r>
            <a:endParaRPr b="1" i="0" sz="2900" u="none" cap="none" strike="noStrike">
              <a:solidFill>
                <a:srgbClr val="E5C8F5"/>
              </a:solidFill>
              <a:latin typeface="Inter SemiBold"/>
              <a:ea typeface="Inter SemiBold"/>
              <a:cs typeface="Inter SemiBold"/>
              <a:sym typeface="Inter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01" name="Shape 101"/>
        <p:cNvGrpSpPr/>
        <p:nvPr/>
      </p:nvGrpSpPr>
      <p:grpSpPr>
        <a:xfrm>
          <a:off x="0" y="0"/>
          <a:ext cx="0" cy="0"/>
          <a:chOff x="0" y="0"/>
          <a:chExt cx="0" cy="0"/>
        </a:xfrm>
      </p:grpSpPr>
      <p:sp>
        <p:nvSpPr>
          <p:cNvPr id="102" name="Google Shape;102;p9"/>
          <p:cNvSpPr txBox="1"/>
          <p:nvPr/>
        </p:nvSpPr>
        <p:spPr>
          <a:xfrm>
            <a:off x="309475" y="672700"/>
            <a:ext cx="3788400" cy="412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1200" u="none" cap="none" strike="noStrike">
                <a:solidFill>
                  <a:srgbClr val="661F08"/>
                </a:solidFill>
                <a:latin typeface="Inter"/>
                <a:ea typeface="Inter"/>
                <a:cs typeface="Inter"/>
                <a:sym typeface="Inter"/>
              </a:rPr>
              <a:t>Criteria A – Creative process</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A.1 Ideas and originality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A.2 Understanding the target market</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A.3 Unity and relationship between all tasks (if applicable)</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0" lang="en" sz="1200" u="none" cap="none" strike="noStrike">
                <a:solidFill>
                  <a:srgbClr val="661F08"/>
                </a:solidFill>
                <a:latin typeface="Inter"/>
                <a:ea typeface="Inter"/>
                <a:cs typeface="Inter"/>
                <a:sym typeface="Inter"/>
              </a:rPr>
              <a:t>Criteria B – Final design</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B.1 Quality of the visual composition (aesthetic appeal and balance)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B.2 Visual Impact and Communication effectiveness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B.3 Quality of the typography for the design (choice of type, legibility and formatting)</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B.4 Quality of the colours (choice, balance, harmony)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B.5 Quality of image (choice of image, manipulation : retouch, cloning, blending, colour adjustment, etc.)</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B.6 Quality of redrawing objects in vector application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B.7 Quality of the design of other elements (charts, graphs, tables, maps, paragraph styles, etc.) for the design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B.8 Quality of the mounted presentation or the 3D assembly</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1" i="0" lang="en" sz="1200" u="none" cap="none" strike="noStrike">
                <a:solidFill>
                  <a:srgbClr val="661F08"/>
                </a:solidFill>
                <a:latin typeface="Inter"/>
                <a:ea typeface="Inter"/>
                <a:cs typeface="Inter"/>
                <a:sym typeface="Inter"/>
              </a:rPr>
              <a:t>Criteria C – Software and Hardware Application</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C.1 Resolution of linked, embedded or original images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C.2 Colour mode of linked images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C.3 Image or element dimensions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C.4 Use of style or master elements in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C.5 Final dimensions of layout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C.6 All required text is present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C.7 All required elements are present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b="0" i="0" lang="en" sz="700" u="none" cap="none" strike="noStrike">
                <a:solidFill>
                  <a:srgbClr val="661F08"/>
                </a:solidFill>
                <a:latin typeface="Inter"/>
                <a:ea typeface="Inter"/>
                <a:cs typeface="Inter"/>
                <a:sym typeface="Inter"/>
              </a:rPr>
              <a:t>C.8 Use of corporate guidelines appropriate to the task</a:t>
            </a:r>
            <a:endParaRPr b="0" i="0" sz="700" u="none" cap="none" strike="noStrike">
              <a:solidFill>
                <a:srgbClr val="661F08"/>
              </a:solidFill>
              <a:latin typeface="Inter"/>
              <a:ea typeface="Inter"/>
              <a:cs typeface="Inter"/>
              <a:sym typeface="Inter"/>
            </a:endParaRPr>
          </a:p>
        </p:txBody>
      </p:sp>
      <p:sp>
        <p:nvSpPr>
          <p:cNvPr id="103" name="Google Shape;103;p9"/>
          <p:cNvSpPr txBox="1"/>
          <p:nvPr/>
        </p:nvSpPr>
        <p:spPr>
          <a:xfrm>
            <a:off x="4612900" y="672700"/>
            <a:ext cx="4207200" cy="397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661F08"/>
                </a:solidFill>
                <a:latin typeface="Inter"/>
                <a:ea typeface="Inter"/>
                <a:cs typeface="Inter"/>
                <a:sym typeface="Inter"/>
              </a:rPr>
              <a:t>Criteria D – Visual Presentation Skills</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D.1 Mounting printouts on board for presentation</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D.2 Supply of printouts only</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D.3 Assembling in 3D (Mock-ups)</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D.4 Digital presentation methods</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661F08"/>
                </a:solidFill>
                <a:latin typeface="Inter"/>
                <a:ea typeface="Inter"/>
                <a:cs typeface="Inter"/>
                <a:sym typeface="Inter"/>
              </a:rPr>
              <a:t>Criteria E – Integration of Digital Media</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E.1 Building interactive form with checklists, clickable and fillable features used in layout as required.</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E.2 Supplied media such as sound and video used in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E.3 Inserting hyperlinks, bookmarks, and buttons used in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E.4 Creating page transition effects used in layout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E.5 Usage of corporate guidelines applied on mobile app, interface design or interactive application, appropriate to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E.6 Table of contents made interactive with cross-references applied in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E.7 Galleries and slideshows applied in the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E.8 Popup panel/menu and overlay applied in layout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rgbClr val="661F08"/>
                </a:solidFill>
                <a:latin typeface="Inter"/>
                <a:ea typeface="Inter"/>
                <a:cs typeface="Inter"/>
                <a:sym typeface="Inter"/>
              </a:rPr>
              <a:t>Criteria F – Saving and File Format</a:t>
            </a:r>
            <a:endParaRPr b="1" i="0" sz="12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F.1 All files saved in the correct format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F.2 ICC profile applied in images, PDF or layout file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F.3 Saving in a specified Software format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F.4 Save in a specified format</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F.5 Final production folder saved as required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661F08"/>
                </a:solidFill>
                <a:latin typeface="Inter"/>
                <a:ea typeface="Inter"/>
                <a:cs typeface="Inter"/>
                <a:sym typeface="Inter"/>
              </a:rPr>
              <a:t>F.6 Exporting file in the correct format as specified in the task</a:t>
            </a:r>
            <a:endParaRPr b="0" i="0" sz="7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700"/>
              <a:buFont typeface="Arial"/>
              <a:buNone/>
            </a:pPr>
            <a:r>
              <a:t/>
            </a:r>
            <a:endParaRPr b="0" i="0" sz="700" u="none" cap="none" strike="noStrike">
              <a:solidFill>
                <a:srgbClr val="661F08"/>
              </a:solidFill>
              <a:latin typeface="Inter"/>
              <a:ea typeface="Inter"/>
              <a:cs typeface="Inter"/>
              <a:sym typeface="Inter"/>
            </a:endParaRPr>
          </a:p>
        </p:txBody>
      </p:sp>
      <p:sp>
        <p:nvSpPr>
          <p:cNvPr id="104" name="Google Shape;104;p9"/>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Kriteria Penilaian</a:t>
            </a:r>
            <a:endParaRPr b="1" i="0" sz="2600" u="none" cap="none" strike="noStrike">
              <a:solidFill>
                <a:srgbClr val="661F08"/>
              </a:solidFill>
              <a:latin typeface="Inter"/>
              <a:ea typeface="Inter"/>
              <a:cs typeface="Inter"/>
              <a:sym typeface="Inter"/>
            </a:endParaRPr>
          </a:p>
        </p:txBody>
      </p:sp>
      <p:cxnSp>
        <p:nvCxnSpPr>
          <p:cNvPr id="105" name="Google Shape;105;p9"/>
          <p:cNvCxnSpPr/>
          <p:nvPr/>
        </p:nvCxnSpPr>
        <p:spPr>
          <a:xfrm>
            <a:off x="409963" y="1466231"/>
            <a:ext cx="3774600" cy="0"/>
          </a:xfrm>
          <a:prstGeom prst="straightConnector1">
            <a:avLst/>
          </a:prstGeom>
          <a:noFill/>
          <a:ln cap="flat" cmpd="sng" w="9525">
            <a:solidFill>
              <a:srgbClr val="661F08"/>
            </a:solidFill>
            <a:prstDash val="solid"/>
            <a:round/>
            <a:headEnd len="sm" w="sm" type="none"/>
            <a:tailEnd len="sm" w="sm" type="none"/>
          </a:ln>
        </p:spPr>
      </p:cxnSp>
      <p:cxnSp>
        <p:nvCxnSpPr>
          <p:cNvPr id="106" name="Google Shape;106;p9"/>
          <p:cNvCxnSpPr/>
          <p:nvPr/>
        </p:nvCxnSpPr>
        <p:spPr>
          <a:xfrm>
            <a:off x="409963" y="3162448"/>
            <a:ext cx="3774600" cy="0"/>
          </a:xfrm>
          <a:prstGeom prst="straightConnector1">
            <a:avLst/>
          </a:prstGeom>
          <a:noFill/>
          <a:ln cap="flat" cmpd="sng" w="9525">
            <a:solidFill>
              <a:srgbClr val="661F08"/>
            </a:solidFill>
            <a:prstDash val="solid"/>
            <a:round/>
            <a:headEnd len="sm" w="sm" type="none"/>
            <a:tailEnd len="sm" w="sm" type="none"/>
          </a:ln>
        </p:spPr>
      </p:cxnSp>
      <p:cxnSp>
        <p:nvCxnSpPr>
          <p:cNvPr id="107" name="Google Shape;107;p9"/>
          <p:cNvCxnSpPr/>
          <p:nvPr/>
        </p:nvCxnSpPr>
        <p:spPr>
          <a:xfrm>
            <a:off x="4701400" y="1593756"/>
            <a:ext cx="3774600" cy="0"/>
          </a:xfrm>
          <a:prstGeom prst="straightConnector1">
            <a:avLst/>
          </a:prstGeom>
          <a:noFill/>
          <a:ln cap="flat" cmpd="sng" w="9525">
            <a:solidFill>
              <a:srgbClr val="661F08"/>
            </a:solidFill>
            <a:prstDash val="solid"/>
            <a:round/>
            <a:headEnd len="sm" w="sm" type="none"/>
            <a:tailEnd len="sm" w="sm" type="none"/>
          </a:ln>
        </p:spPr>
      </p:cxnSp>
      <p:cxnSp>
        <p:nvCxnSpPr>
          <p:cNvPr id="108" name="Google Shape;108;p9"/>
          <p:cNvCxnSpPr/>
          <p:nvPr/>
        </p:nvCxnSpPr>
        <p:spPr>
          <a:xfrm>
            <a:off x="4701400" y="3412781"/>
            <a:ext cx="3774600" cy="0"/>
          </a:xfrm>
          <a:prstGeom prst="straightConnector1">
            <a:avLst/>
          </a:prstGeom>
          <a:noFill/>
          <a:ln cap="flat" cmpd="sng" w="9525">
            <a:solidFill>
              <a:srgbClr val="661F08"/>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12" name="Shape 112"/>
        <p:cNvGrpSpPr/>
        <p:nvPr/>
      </p:nvGrpSpPr>
      <p:grpSpPr>
        <a:xfrm>
          <a:off x="0" y="0"/>
          <a:ext cx="0" cy="0"/>
          <a:chOff x="0" y="0"/>
          <a:chExt cx="0" cy="0"/>
        </a:xfrm>
      </p:grpSpPr>
      <p:sp>
        <p:nvSpPr>
          <p:cNvPr id="113" name="Google Shape;113;p10"/>
          <p:cNvSpPr/>
          <p:nvPr/>
        </p:nvSpPr>
        <p:spPr>
          <a:xfrm>
            <a:off x="5688984" y="1087850"/>
            <a:ext cx="3076800" cy="3076800"/>
          </a:xfrm>
          <a:prstGeom prst="ellipse">
            <a:avLst/>
          </a:prstGeom>
          <a:solidFill>
            <a:srgbClr val="661F0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0"/>
          <p:cNvSpPr/>
          <p:nvPr/>
        </p:nvSpPr>
        <p:spPr>
          <a:xfrm>
            <a:off x="3232250" y="1087850"/>
            <a:ext cx="3076800" cy="3076800"/>
          </a:xfrm>
          <a:prstGeom prst="ellipse">
            <a:avLst/>
          </a:prstGeom>
          <a:solidFill>
            <a:srgbClr val="E5C8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0"/>
          <p:cNvSpPr txBox="1"/>
          <p:nvPr/>
        </p:nvSpPr>
        <p:spPr>
          <a:xfrm>
            <a:off x="309475" y="1335950"/>
            <a:ext cx="2789100" cy="2580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Penilaian LKS-SMK menggunakan ketentuan yang telah ditetapkan panitia.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Penilaian LKS-SMK menggunakan dua jenis, yaitu </a:t>
            </a:r>
            <a:r>
              <a:rPr b="0" i="1" lang="en" sz="1100" u="none" cap="none" strike="noStrike">
                <a:solidFill>
                  <a:srgbClr val="661F08"/>
                </a:solidFill>
                <a:latin typeface="Inter"/>
                <a:ea typeface="Inter"/>
                <a:cs typeface="Inter"/>
                <a:sym typeface="Inter"/>
              </a:rPr>
              <a:t>Measurement </a:t>
            </a:r>
            <a:r>
              <a:rPr b="0" i="0" lang="en" sz="1100" u="none" cap="none" strike="noStrike">
                <a:solidFill>
                  <a:srgbClr val="661F08"/>
                </a:solidFill>
                <a:latin typeface="Inter"/>
                <a:ea typeface="Inter"/>
                <a:cs typeface="Inter"/>
                <a:sym typeface="Inter"/>
              </a:rPr>
              <a:t>dan</a:t>
            </a:r>
            <a:r>
              <a:rPr b="0" i="1" lang="en" sz="1100" u="none" cap="none" strike="noStrike">
                <a:solidFill>
                  <a:srgbClr val="661F08"/>
                </a:solidFill>
                <a:latin typeface="Inter"/>
                <a:ea typeface="Inter"/>
                <a:cs typeface="Inter"/>
                <a:sym typeface="Inter"/>
              </a:rPr>
              <a:t> Judgement</a:t>
            </a:r>
            <a:r>
              <a:rPr b="0" i="0" lang="en" sz="1100" u="none" cap="none" strike="noStrike">
                <a:solidFill>
                  <a:srgbClr val="661F08"/>
                </a:solidFill>
                <a:latin typeface="Inter"/>
                <a:ea typeface="Inter"/>
                <a:cs typeface="Inter"/>
                <a:sym typeface="Inter"/>
              </a:rPr>
              <a:t>. Penilaian </a:t>
            </a:r>
            <a:r>
              <a:rPr b="0" i="1" lang="en" sz="1100" u="none" cap="none" strike="noStrike">
                <a:solidFill>
                  <a:srgbClr val="661F08"/>
                </a:solidFill>
                <a:latin typeface="Inter"/>
                <a:ea typeface="Inter"/>
                <a:cs typeface="Inter"/>
                <a:sym typeface="Inter"/>
              </a:rPr>
              <a:t>judgement</a:t>
            </a:r>
            <a:r>
              <a:rPr b="0" i="0" lang="en" sz="1100" u="none" cap="none" strike="noStrike">
                <a:solidFill>
                  <a:srgbClr val="661F08"/>
                </a:solidFill>
                <a:latin typeface="Inter"/>
                <a:ea typeface="Inter"/>
                <a:cs typeface="Inter"/>
                <a:sym typeface="Inter"/>
              </a:rPr>
              <a:t> dilakukan dengan cara pengamatan proses maupun hasil. Untuk memudahkan justifikasi disediakan kriteria penilaian subjektif. Sedangkan penilaian </a:t>
            </a:r>
            <a:r>
              <a:rPr b="0" i="1" lang="en" sz="1100" u="none" cap="none" strike="noStrike">
                <a:solidFill>
                  <a:srgbClr val="661F08"/>
                </a:solidFill>
                <a:latin typeface="Inter"/>
                <a:ea typeface="Inter"/>
                <a:cs typeface="Inter"/>
                <a:sym typeface="Inter"/>
              </a:rPr>
              <a:t>measurement</a:t>
            </a:r>
            <a:r>
              <a:rPr b="0" i="0" lang="en" sz="1100" u="none" cap="none" strike="noStrike">
                <a:solidFill>
                  <a:srgbClr val="661F08"/>
                </a:solidFill>
                <a:latin typeface="Inter"/>
                <a:ea typeface="Inter"/>
                <a:cs typeface="Inter"/>
                <a:sym typeface="Inter"/>
              </a:rPr>
              <a:t> didasarkan pada pengukuran kriteria.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661F08"/>
              </a:solidFill>
              <a:latin typeface="Inter"/>
              <a:ea typeface="Inter"/>
              <a:cs typeface="Inter"/>
              <a:sym typeface="Inter"/>
            </a:endParaRPr>
          </a:p>
        </p:txBody>
      </p:sp>
      <p:sp>
        <p:nvSpPr>
          <p:cNvPr id="116" name="Google Shape;116;p10"/>
          <p:cNvSpPr txBox="1"/>
          <p:nvPr/>
        </p:nvSpPr>
        <p:spPr>
          <a:xfrm>
            <a:off x="3744905" y="1615288"/>
            <a:ext cx="2051700" cy="18594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0"/>
              </a:spcBef>
              <a:spcAft>
                <a:spcPts val="0"/>
              </a:spcAft>
              <a:buClr>
                <a:srgbClr val="000000"/>
              </a:buClr>
              <a:buSzPts val="2300"/>
              <a:buFont typeface="Arial"/>
              <a:buNone/>
            </a:pPr>
            <a:r>
              <a:rPr b="1" i="0" lang="en" sz="2300" u="none" cap="none" strike="noStrike">
                <a:solidFill>
                  <a:srgbClr val="661F08"/>
                </a:solidFill>
                <a:latin typeface="Inter"/>
                <a:ea typeface="Inter"/>
                <a:cs typeface="Inter"/>
                <a:sym typeface="Inter"/>
              </a:rPr>
              <a:t>50% </a:t>
            </a:r>
            <a:endParaRPr b="1" i="0" sz="2300" u="none" cap="none" strike="noStrike">
              <a:solidFill>
                <a:srgbClr val="661F08"/>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2000"/>
              <a:buFont typeface="Arial"/>
              <a:buNone/>
            </a:pPr>
            <a:r>
              <a:rPr b="0" i="1" lang="en" sz="2000" u="none" cap="none" strike="noStrike">
                <a:solidFill>
                  <a:srgbClr val="661F08"/>
                </a:solidFill>
                <a:latin typeface="Inter"/>
                <a:ea typeface="Inter"/>
                <a:cs typeface="Inter"/>
                <a:sym typeface="Inter"/>
              </a:rPr>
              <a:t>Measurement</a:t>
            </a:r>
            <a:endParaRPr b="0" i="1" sz="2000" u="none" cap="none" strike="noStrike">
              <a:solidFill>
                <a:srgbClr val="661F08"/>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0" i="0" sz="1200" u="none" cap="none" strike="noStrike">
              <a:solidFill>
                <a:srgbClr val="661F08"/>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0" i="0" sz="1200" u="none" cap="none" strike="noStrike">
              <a:solidFill>
                <a:srgbClr val="661F0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661F08"/>
                </a:solidFill>
                <a:latin typeface="Inter"/>
                <a:ea typeface="Inter"/>
                <a:cs typeface="Inter"/>
                <a:sym typeface="Inter"/>
              </a:rPr>
              <a:t>Kemampuan </a:t>
            </a:r>
            <a:endParaRPr b="0" i="0" sz="1200" u="none" cap="none" strike="noStrike">
              <a:solidFill>
                <a:srgbClr val="661F0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661F08"/>
                </a:solidFill>
                <a:latin typeface="Inter"/>
                <a:ea typeface="Inter"/>
                <a:cs typeface="Inter"/>
                <a:sym typeface="Inter"/>
              </a:rPr>
              <a:t>dalam pengerjaan</a:t>
            </a:r>
            <a:endParaRPr b="0" i="0" sz="1200" u="none" cap="none" strike="noStrike">
              <a:solidFill>
                <a:srgbClr val="661F08"/>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661F08"/>
                </a:solidFill>
                <a:latin typeface="Inter"/>
                <a:ea typeface="Inter"/>
                <a:cs typeface="Inter"/>
                <a:sym typeface="Inter"/>
              </a:rPr>
              <a:t>secara</a:t>
            </a:r>
            <a:endParaRPr b="0" i="0" sz="1200" u="none" cap="none" strike="noStrike">
              <a:solidFill>
                <a:srgbClr val="661F08"/>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1" i="0" sz="1200" u="none" cap="none" strike="noStrike">
              <a:solidFill>
                <a:srgbClr val="661F08"/>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rPr b="1" i="0" lang="en" sz="1200" u="none" cap="none" strike="noStrike">
                <a:solidFill>
                  <a:srgbClr val="661F08"/>
                </a:solidFill>
                <a:latin typeface="Inter"/>
                <a:ea typeface="Inter"/>
                <a:cs typeface="Inter"/>
                <a:sym typeface="Inter"/>
              </a:rPr>
              <a:t>TEKNIS </a:t>
            </a:r>
            <a:r>
              <a:rPr b="0" i="0" lang="en" sz="1200" u="none" cap="none" strike="noStrike">
                <a:solidFill>
                  <a:srgbClr val="661F08"/>
                </a:solidFill>
                <a:latin typeface="Inter"/>
                <a:ea typeface="Inter"/>
                <a:cs typeface="Inter"/>
                <a:sym typeface="Inter"/>
              </a:rPr>
              <a:t>desain</a:t>
            </a:r>
            <a:endParaRPr b="0" i="0" sz="1200" u="none" cap="none" strike="noStrike">
              <a:solidFill>
                <a:srgbClr val="661F08"/>
              </a:solidFill>
              <a:latin typeface="Inter"/>
              <a:ea typeface="Inter"/>
              <a:cs typeface="Inter"/>
              <a:sym typeface="Inter"/>
            </a:endParaRPr>
          </a:p>
        </p:txBody>
      </p:sp>
      <p:sp>
        <p:nvSpPr>
          <p:cNvPr id="117" name="Google Shape;117;p10"/>
          <p:cNvSpPr txBox="1"/>
          <p:nvPr/>
        </p:nvSpPr>
        <p:spPr>
          <a:xfrm>
            <a:off x="6492083" y="1615288"/>
            <a:ext cx="2360100" cy="18225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0"/>
              </a:spcBef>
              <a:spcAft>
                <a:spcPts val="0"/>
              </a:spcAft>
              <a:buClr>
                <a:srgbClr val="000000"/>
              </a:buClr>
              <a:buSzPts val="2300"/>
              <a:buFont typeface="Arial"/>
              <a:buNone/>
            </a:pPr>
            <a:r>
              <a:rPr b="1" i="0" lang="en" sz="2300" u="none" cap="none" strike="noStrike">
                <a:solidFill>
                  <a:srgbClr val="E5C8F5"/>
                </a:solidFill>
                <a:latin typeface="Inter"/>
                <a:ea typeface="Inter"/>
                <a:cs typeface="Inter"/>
                <a:sym typeface="Inter"/>
              </a:rPr>
              <a:t>50% </a:t>
            </a:r>
            <a:endParaRPr b="1" i="0" sz="23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2000"/>
              <a:buFont typeface="Arial"/>
              <a:buNone/>
            </a:pPr>
            <a:r>
              <a:rPr b="0" i="1" lang="en" sz="2000" u="none" cap="none" strike="noStrike">
                <a:solidFill>
                  <a:srgbClr val="E5C8F5"/>
                </a:solidFill>
                <a:latin typeface="Inter"/>
                <a:ea typeface="Inter"/>
                <a:cs typeface="Inter"/>
                <a:sym typeface="Inter"/>
              </a:rPr>
              <a:t>Judgement</a:t>
            </a:r>
            <a:endParaRPr b="0" i="1" sz="20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0" i="0" sz="12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0" i="0" sz="1200" u="none" cap="none" strike="noStrike">
              <a:solidFill>
                <a:srgbClr val="E5C8F5"/>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5C8F5"/>
                </a:solidFill>
                <a:latin typeface="Inter"/>
                <a:ea typeface="Inter"/>
                <a:cs typeface="Inter"/>
                <a:sym typeface="Inter"/>
              </a:rPr>
              <a:t>Kemampuan</a:t>
            </a:r>
            <a:endParaRPr b="0" i="0" sz="1200" u="none" cap="none" strike="noStrike">
              <a:solidFill>
                <a:srgbClr val="E5C8F5"/>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5C8F5"/>
                </a:solidFill>
                <a:latin typeface="Inter"/>
                <a:ea typeface="Inter"/>
                <a:cs typeface="Inter"/>
                <a:sym typeface="Inter"/>
              </a:rPr>
              <a:t>pemecahan masalah secara </a:t>
            </a:r>
            <a:endParaRPr b="0" i="0" sz="12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1" i="0" sz="12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rPr b="1" i="0" lang="en" sz="1200" u="none" cap="none" strike="noStrike">
                <a:solidFill>
                  <a:srgbClr val="E5C8F5"/>
                </a:solidFill>
                <a:latin typeface="Inter"/>
                <a:ea typeface="Inter"/>
                <a:cs typeface="Inter"/>
                <a:sym typeface="Inter"/>
              </a:rPr>
              <a:t>PROSES </a:t>
            </a:r>
            <a:r>
              <a:rPr b="0" i="0" lang="en" sz="1200" u="none" cap="none" strike="noStrike">
                <a:solidFill>
                  <a:srgbClr val="E5C8F5"/>
                </a:solidFill>
                <a:latin typeface="Inter"/>
                <a:ea typeface="Inter"/>
                <a:cs typeface="Inter"/>
                <a:sym typeface="Inter"/>
              </a:rPr>
              <a:t>desain </a:t>
            </a:r>
            <a:endParaRPr b="0" i="0" sz="1200" u="none" cap="none" strike="noStrike">
              <a:solidFill>
                <a:srgbClr val="E5C8F5"/>
              </a:solidFill>
              <a:latin typeface="Inter"/>
              <a:ea typeface="Inter"/>
              <a:cs typeface="Inter"/>
              <a:sym typeface="Inter"/>
            </a:endParaRPr>
          </a:p>
          <a:p>
            <a:pPr indent="0" lvl="0" marL="0" marR="0" rtl="0" algn="l">
              <a:lnSpc>
                <a:spcPct val="80000"/>
              </a:lnSpc>
              <a:spcBef>
                <a:spcPts val="0"/>
              </a:spcBef>
              <a:spcAft>
                <a:spcPts val="0"/>
              </a:spcAft>
              <a:buClr>
                <a:srgbClr val="000000"/>
              </a:buClr>
              <a:buSzPts val="1200"/>
              <a:buFont typeface="Arial"/>
              <a:buNone/>
            </a:pPr>
            <a:r>
              <a:t/>
            </a:r>
            <a:endParaRPr b="0" i="0" sz="1200" u="none" cap="none" strike="noStrike">
              <a:solidFill>
                <a:srgbClr val="E5C8F5"/>
              </a:solidFill>
              <a:latin typeface="Inter"/>
              <a:ea typeface="Inter"/>
              <a:cs typeface="Inter"/>
              <a:sym typeface="Inter"/>
            </a:endParaRPr>
          </a:p>
        </p:txBody>
      </p:sp>
      <p:sp>
        <p:nvSpPr>
          <p:cNvPr id="118" name="Google Shape;118;p10"/>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Kriteria </a:t>
            </a:r>
            <a:r>
              <a:rPr b="1" i="1" lang="en" sz="2600" u="none" cap="none" strike="noStrike">
                <a:solidFill>
                  <a:srgbClr val="661F08"/>
                </a:solidFill>
                <a:latin typeface="Inter"/>
                <a:ea typeface="Inter"/>
                <a:cs typeface="Inter"/>
                <a:sym typeface="Inter"/>
              </a:rPr>
              <a:t>Measurement &amp; Judgement</a:t>
            </a:r>
            <a:endParaRPr b="1" i="1" sz="2600" u="none" cap="none" strike="noStrike">
              <a:solidFill>
                <a:srgbClr val="661F08"/>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22" name="Shape 122"/>
        <p:cNvGrpSpPr/>
        <p:nvPr/>
      </p:nvGrpSpPr>
      <p:grpSpPr>
        <a:xfrm>
          <a:off x="0" y="0"/>
          <a:ext cx="0" cy="0"/>
          <a:chOff x="0" y="0"/>
          <a:chExt cx="0" cy="0"/>
        </a:xfrm>
      </p:grpSpPr>
      <p:graphicFrame>
        <p:nvGraphicFramePr>
          <p:cNvPr id="123" name="Google Shape;123;p11"/>
          <p:cNvGraphicFramePr/>
          <p:nvPr/>
        </p:nvGraphicFramePr>
        <p:xfrm>
          <a:off x="425650" y="1199925"/>
          <a:ext cx="3000000" cy="3000000"/>
        </p:xfrm>
        <a:graphic>
          <a:graphicData uri="http://schemas.openxmlformats.org/drawingml/2006/table">
            <a:tbl>
              <a:tblPr bandRow="1">
                <a:noFill/>
                <a:tableStyleId>{39C866FB-C4CC-4B70-BFDF-F67A80A2F1A8}</a:tableStyleId>
              </a:tblPr>
              <a:tblGrid>
                <a:gridCol w="4864750"/>
                <a:gridCol w="1798950"/>
                <a:gridCol w="1629000"/>
              </a:tblGrid>
              <a:tr h="493850">
                <a:tc>
                  <a:txBody>
                    <a:bodyPr/>
                    <a:lstStyle/>
                    <a:p>
                      <a:pPr indent="0" lvl="0" marL="0" marR="0" rtl="0" algn="l">
                        <a:lnSpc>
                          <a:spcPct val="100000"/>
                        </a:lnSpc>
                        <a:spcBef>
                          <a:spcPts val="0"/>
                        </a:spcBef>
                        <a:spcAft>
                          <a:spcPts val="0"/>
                        </a:spcAft>
                        <a:buClr>
                          <a:srgbClr val="000000"/>
                        </a:buClr>
                        <a:buSzPts val="1500"/>
                        <a:buFont typeface="Arial"/>
                        <a:buNone/>
                      </a:pPr>
                      <a:r>
                        <a:rPr b="1" lang="en" sz="1500" u="none" cap="none" strike="noStrike">
                          <a:solidFill>
                            <a:srgbClr val="FFFCF7"/>
                          </a:solidFill>
                          <a:latin typeface="Inter SemiBold"/>
                          <a:ea typeface="Inter SemiBold"/>
                          <a:cs typeface="Inter SemiBold"/>
                          <a:sym typeface="Inter SemiBold"/>
                        </a:rPr>
                        <a:t>Modul</a:t>
                      </a:r>
                      <a:endParaRPr b="1" sz="1500" u="none" cap="none" strike="noStrike">
                        <a:solidFill>
                          <a:srgbClr val="FFFCF7"/>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solidFill>
                            <a:srgbClr val="FFFCF7"/>
                          </a:solidFill>
                          <a:latin typeface="Inter SemiBold"/>
                          <a:ea typeface="Inter SemiBold"/>
                          <a:cs typeface="Inter SemiBold"/>
                          <a:sym typeface="Inter SemiBold"/>
                        </a:rPr>
                        <a:t>Bobot</a:t>
                      </a:r>
                      <a:endParaRPr b="1" sz="1500" u="none" cap="none" strike="noStrike">
                        <a:solidFill>
                          <a:srgbClr val="FFFCF7"/>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1500"/>
                        <a:buFont typeface="Arial"/>
                        <a:buNone/>
                      </a:pPr>
                      <a:r>
                        <a:rPr b="1" lang="en" sz="1500" u="none" cap="none" strike="noStrike">
                          <a:solidFill>
                            <a:srgbClr val="FFFCF7"/>
                          </a:solidFill>
                          <a:latin typeface="Inter SemiBold"/>
                          <a:ea typeface="Inter SemiBold"/>
                          <a:cs typeface="Inter SemiBold"/>
                          <a:sym typeface="Inter SemiBold"/>
                        </a:rPr>
                        <a:t>Durasi Pengerjaan</a:t>
                      </a:r>
                      <a:endParaRPr b="1" sz="1500" u="none" cap="none" strike="noStrike">
                        <a:solidFill>
                          <a:srgbClr val="FFFCF7"/>
                        </a:solidFill>
                        <a:latin typeface="Inter SemiBold"/>
                        <a:ea typeface="Inter SemiBold"/>
                        <a:cs typeface="Inter SemiBold"/>
                        <a:sym typeface="Inter SemiBold"/>
                      </a:endParaRPr>
                    </a:p>
                  </a:txBody>
                  <a:tcPr marT="0" marB="0" marR="68575" marL="68575">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r>
              <a:tr h="561225">
                <a:tc>
                  <a:txBody>
                    <a:bodyPr/>
                    <a:lstStyle/>
                    <a:p>
                      <a:pPr indent="0" lvl="0" marL="0" marR="0" rtl="0" algn="l">
                        <a:lnSpc>
                          <a:spcPct val="100000"/>
                        </a:lnSpc>
                        <a:spcBef>
                          <a:spcPts val="0"/>
                        </a:spcBef>
                        <a:spcAft>
                          <a:spcPts val="0"/>
                        </a:spcAft>
                        <a:buClr>
                          <a:srgbClr val="000000"/>
                        </a:buClr>
                        <a:buSzPts val="1100"/>
                        <a:buFont typeface="Arial"/>
                        <a:buNone/>
                      </a:pPr>
                      <a:r>
                        <a:rPr b="1" lang="en" sz="1300" u="none" cap="none" strike="noStrike">
                          <a:solidFill>
                            <a:srgbClr val="661F08"/>
                          </a:solidFill>
                          <a:latin typeface="Inter SemiBold"/>
                          <a:ea typeface="Inter SemiBold"/>
                          <a:cs typeface="Inter SemiBold"/>
                          <a:sym typeface="Inter SemiBold"/>
                        </a:rPr>
                        <a:t>Modul 1 - </a:t>
                      </a:r>
                      <a:r>
                        <a:rPr lang="en" sz="1300" u="none" cap="none" strike="noStrike">
                          <a:solidFill>
                            <a:srgbClr val="661F08"/>
                          </a:solidFill>
                          <a:latin typeface="Inter"/>
                          <a:ea typeface="Inter"/>
                          <a:cs typeface="Inter"/>
                          <a:sym typeface="Inter"/>
                        </a:rPr>
                        <a:t>Design Process </a:t>
                      </a:r>
                      <a:endParaRPr b="1" sz="13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661F08"/>
                          </a:solidFill>
                          <a:latin typeface="Inter SemiBold"/>
                          <a:ea typeface="Inter SemiBold"/>
                          <a:cs typeface="Inter SemiBold"/>
                          <a:sym typeface="Inter SemiBold"/>
                        </a:rPr>
                        <a:t>25%</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661F08"/>
                          </a:solidFill>
                          <a:latin typeface="Inter SemiBold"/>
                          <a:ea typeface="Inter SemiBold"/>
                          <a:cs typeface="Inter SemiBold"/>
                          <a:sym typeface="Inter SemiBold"/>
                        </a:rPr>
                        <a:t>3 Jam kerja</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r>
              <a:tr h="561225">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solidFill>
                            <a:srgbClr val="661F08"/>
                          </a:solidFill>
                          <a:latin typeface="Inter SemiBold"/>
                          <a:ea typeface="Inter SemiBold"/>
                          <a:cs typeface="Inter SemiBold"/>
                          <a:sym typeface="Inter SemiBold"/>
                        </a:rPr>
                        <a:t>Modul 2 -  </a:t>
                      </a:r>
                      <a:r>
                        <a:rPr lang="en" sz="1300" u="none" cap="none" strike="noStrike">
                          <a:solidFill>
                            <a:srgbClr val="661F08"/>
                          </a:solidFill>
                          <a:latin typeface="Inter"/>
                          <a:ea typeface="Inter"/>
                          <a:cs typeface="Inter"/>
                          <a:sym typeface="Inter"/>
                        </a:rPr>
                        <a:t>Corporate Identity</a:t>
                      </a:r>
                      <a:endParaRPr b="1" sz="13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661F08"/>
                          </a:solidFill>
                          <a:latin typeface="Inter SemiBold"/>
                          <a:ea typeface="Inter SemiBold"/>
                          <a:cs typeface="Inter SemiBold"/>
                          <a:sym typeface="Inter SemiBold"/>
                        </a:rPr>
                        <a:t>25%</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rgbClr val="661F08"/>
                          </a:solidFill>
                          <a:latin typeface="Inter SemiBold"/>
                          <a:ea typeface="Inter SemiBold"/>
                          <a:cs typeface="Inter SemiBold"/>
                          <a:sym typeface="Inter SemiBold"/>
                        </a:rPr>
                        <a:t>3 Jam kerja</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r>
              <a:tr h="561225">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solidFill>
                            <a:srgbClr val="661F08"/>
                          </a:solidFill>
                          <a:latin typeface="Inter SemiBold"/>
                          <a:ea typeface="Inter SemiBold"/>
                          <a:cs typeface="Inter SemiBold"/>
                          <a:sym typeface="Inter SemiBold"/>
                        </a:rPr>
                        <a:t>Modul 3 -  </a:t>
                      </a:r>
                      <a:r>
                        <a:rPr lang="en" sz="1300" u="none" cap="none" strike="noStrike">
                          <a:solidFill>
                            <a:srgbClr val="661F08"/>
                          </a:solidFill>
                          <a:latin typeface="Inter"/>
                          <a:ea typeface="Inter"/>
                          <a:cs typeface="Inter"/>
                          <a:sym typeface="Inter"/>
                        </a:rPr>
                        <a:t>Landing Page Design</a:t>
                      </a:r>
                      <a:endParaRPr sz="1300" u="none" cap="none" strike="noStrike">
                        <a:solidFill>
                          <a:srgbClr val="661F08"/>
                        </a:solidFill>
                        <a:latin typeface="Inter"/>
                        <a:ea typeface="Inter"/>
                        <a:cs typeface="Inter"/>
                        <a:sym typeface="Inter"/>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661F08"/>
                          </a:solidFill>
                          <a:latin typeface="Inter SemiBold"/>
                          <a:ea typeface="Inter SemiBold"/>
                          <a:cs typeface="Inter SemiBold"/>
                          <a:sym typeface="Inter SemiBold"/>
                        </a:rPr>
                        <a:t>25%</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rgbClr val="661F08"/>
                          </a:solidFill>
                          <a:latin typeface="Inter SemiBold"/>
                          <a:ea typeface="Inter SemiBold"/>
                          <a:cs typeface="Inter SemiBold"/>
                          <a:sym typeface="Inter SemiBold"/>
                        </a:rPr>
                        <a:t>3 Jam kerja</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r>
              <a:tr h="561225">
                <a:tc>
                  <a:txBody>
                    <a:bodyPr/>
                    <a:lstStyle/>
                    <a:p>
                      <a:pPr indent="0" lvl="0" marL="0" marR="0" rtl="0" algn="l">
                        <a:lnSpc>
                          <a:spcPct val="100000"/>
                        </a:lnSpc>
                        <a:spcBef>
                          <a:spcPts val="0"/>
                        </a:spcBef>
                        <a:spcAft>
                          <a:spcPts val="0"/>
                        </a:spcAft>
                        <a:buClr>
                          <a:srgbClr val="000000"/>
                        </a:buClr>
                        <a:buSzPts val="1300"/>
                        <a:buFont typeface="Arial"/>
                        <a:buNone/>
                      </a:pPr>
                      <a:r>
                        <a:rPr b="1" lang="en" sz="1300" u="none" cap="none" strike="noStrike">
                          <a:solidFill>
                            <a:srgbClr val="661F08"/>
                          </a:solidFill>
                          <a:latin typeface="Inter SemiBold"/>
                          <a:ea typeface="Inter SemiBold"/>
                          <a:cs typeface="Inter SemiBold"/>
                          <a:sym typeface="Inter SemiBold"/>
                        </a:rPr>
                        <a:t>Modul 4 -  </a:t>
                      </a:r>
                      <a:r>
                        <a:rPr lang="en" sz="1300" u="none" cap="none" strike="noStrike">
                          <a:solidFill>
                            <a:srgbClr val="661F08"/>
                          </a:solidFill>
                          <a:latin typeface="Inter"/>
                          <a:ea typeface="Inter"/>
                          <a:cs typeface="Inter"/>
                          <a:sym typeface="Inter"/>
                        </a:rPr>
                        <a:t>Advertising &amp; Display Design</a:t>
                      </a:r>
                      <a:endParaRPr i="1" sz="1300" u="none" cap="none" strike="noStrike">
                        <a:solidFill>
                          <a:srgbClr val="661F08"/>
                        </a:solidFill>
                        <a:latin typeface="Inter"/>
                        <a:ea typeface="Inter"/>
                        <a:cs typeface="Inter"/>
                        <a:sym typeface="Inter"/>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661F08"/>
                          </a:solidFill>
                          <a:latin typeface="Inter SemiBold"/>
                          <a:ea typeface="Inter SemiBold"/>
                          <a:cs typeface="Inter SemiBold"/>
                          <a:sym typeface="Inter SemiBold"/>
                        </a:rPr>
                        <a:t>25%</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rgbClr val="661F08"/>
                          </a:solidFill>
                          <a:latin typeface="Inter SemiBold"/>
                          <a:ea typeface="Inter SemiBold"/>
                          <a:cs typeface="Inter SemiBold"/>
                          <a:sym typeface="Inter SemiBold"/>
                        </a:rPr>
                        <a:t>3 Jam kerja</a:t>
                      </a:r>
                      <a:endParaRPr b="1" sz="1200" u="none" cap="none" strike="noStrike">
                        <a:solidFill>
                          <a:srgbClr val="661F08"/>
                        </a:solidFill>
                        <a:latin typeface="Inter SemiBold"/>
                        <a:ea typeface="Inter SemiBold"/>
                        <a:cs typeface="Inter SemiBold"/>
                        <a:sym typeface="Inter SemiBold"/>
                      </a:endParaRPr>
                    </a:p>
                  </a:txBody>
                  <a:tcPr marT="0" marB="0" marR="68575" marL="68575"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tcPr>
                </a:tc>
              </a:tr>
            </a:tbl>
          </a:graphicData>
        </a:graphic>
      </p:graphicFrame>
      <p:sp>
        <p:nvSpPr>
          <p:cNvPr id="124" name="Google Shape;124;p11"/>
          <p:cNvSpPr txBox="1"/>
          <p:nvPr/>
        </p:nvSpPr>
        <p:spPr>
          <a:xfrm>
            <a:off x="316950" y="767125"/>
            <a:ext cx="8401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Bobot penilain </a:t>
            </a:r>
            <a:r>
              <a:rPr b="0" i="1" lang="en" sz="1100" u="none" cap="none" strike="noStrike">
                <a:solidFill>
                  <a:srgbClr val="661F08"/>
                </a:solidFill>
                <a:latin typeface="Inter"/>
                <a:ea typeface="Inter"/>
                <a:cs typeface="Inter"/>
                <a:sym typeface="Inter"/>
              </a:rPr>
              <a:t>Test Project</a:t>
            </a:r>
            <a:r>
              <a:rPr b="0" i="0" lang="en" sz="1100" u="none" cap="none" strike="noStrike">
                <a:solidFill>
                  <a:srgbClr val="661F08"/>
                </a:solidFill>
                <a:latin typeface="Inter"/>
                <a:ea typeface="Inter"/>
                <a:cs typeface="Inter"/>
                <a:sym typeface="Inter"/>
              </a:rPr>
              <a:t> meliputi:</a:t>
            </a:r>
            <a:endParaRPr b="0" i="0" sz="1100" u="none" cap="none" strike="noStrike">
              <a:solidFill>
                <a:srgbClr val="661F08"/>
              </a:solidFill>
              <a:latin typeface="Inter"/>
              <a:ea typeface="Inter"/>
              <a:cs typeface="Inter"/>
              <a:sym typeface="Inter"/>
            </a:endParaRPr>
          </a:p>
        </p:txBody>
      </p:sp>
      <p:sp>
        <p:nvSpPr>
          <p:cNvPr id="125" name="Google Shape;125;p11"/>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Skema Penilaian</a:t>
            </a:r>
            <a:endParaRPr b="1" i="1" sz="2600" u="none" cap="none" strike="noStrike">
              <a:solidFill>
                <a:srgbClr val="661F0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1F08"/>
        </a:solidFill>
      </p:bgPr>
    </p:bg>
    <p:spTree>
      <p:nvGrpSpPr>
        <p:cNvPr id="129" name="Shape 129"/>
        <p:cNvGrpSpPr/>
        <p:nvPr/>
      </p:nvGrpSpPr>
      <p:grpSpPr>
        <a:xfrm>
          <a:off x="0" y="0"/>
          <a:ext cx="0" cy="0"/>
          <a:chOff x="0" y="0"/>
          <a:chExt cx="0" cy="0"/>
        </a:xfrm>
      </p:grpSpPr>
      <p:sp>
        <p:nvSpPr>
          <p:cNvPr id="130" name="Google Shape;130;p12"/>
          <p:cNvSpPr txBox="1"/>
          <p:nvPr/>
        </p:nvSpPr>
        <p:spPr>
          <a:xfrm>
            <a:off x="309475" y="272628"/>
            <a:ext cx="7083000" cy="26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Jadwal Lomba</a:t>
            </a:r>
            <a:endParaRPr b="1" i="0" sz="2900" u="none" cap="none" strike="noStrike">
              <a:solidFill>
                <a:srgbClr val="E5C8F5"/>
              </a:solidFill>
              <a:latin typeface="Inter SemiBold"/>
              <a:ea typeface="Inter SemiBold"/>
              <a:cs typeface="Inter SemiBold"/>
              <a:sym typeface="Inter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34" name="Shape 134"/>
        <p:cNvGrpSpPr/>
        <p:nvPr/>
      </p:nvGrpSpPr>
      <p:grpSpPr>
        <a:xfrm>
          <a:off x="0" y="0"/>
          <a:ext cx="0" cy="0"/>
          <a:chOff x="0" y="0"/>
          <a:chExt cx="0" cy="0"/>
        </a:xfrm>
      </p:grpSpPr>
      <p:sp>
        <p:nvSpPr>
          <p:cNvPr id="135" name="Google Shape;135;p13"/>
          <p:cNvSpPr txBox="1"/>
          <p:nvPr/>
        </p:nvSpPr>
        <p:spPr>
          <a:xfrm>
            <a:off x="309475" y="216425"/>
            <a:ext cx="81201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Jadwal Lomba LKSN 2024 TDG</a:t>
            </a:r>
            <a:endParaRPr b="1" i="0" sz="2600" u="none" cap="none" strike="noStrike">
              <a:solidFill>
                <a:srgbClr val="661F08"/>
              </a:solidFill>
              <a:latin typeface="Inter"/>
              <a:ea typeface="Inter"/>
              <a:cs typeface="Inter"/>
              <a:sym typeface="Inter"/>
            </a:endParaRPr>
          </a:p>
        </p:txBody>
      </p:sp>
      <p:pic>
        <p:nvPicPr>
          <p:cNvPr id="136" name="Google Shape;136;p13"/>
          <p:cNvPicPr preferRelativeResize="0"/>
          <p:nvPr/>
        </p:nvPicPr>
        <p:blipFill rotWithShape="1">
          <a:blip r:embed="rId3">
            <a:alphaModFix/>
          </a:blip>
          <a:srcRect b="0" l="0" r="0" t="0"/>
          <a:stretch/>
        </p:blipFill>
        <p:spPr>
          <a:xfrm>
            <a:off x="405601" y="836350"/>
            <a:ext cx="3005077" cy="368930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1F08"/>
        </a:solidFill>
      </p:bgPr>
    </p:bg>
    <p:spTree>
      <p:nvGrpSpPr>
        <p:cNvPr id="140" name="Shape 140"/>
        <p:cNvGrpSpPr/>
        <p:nvPr/>
      </p:nvGrpSpPr>
      <p:grpSpPr>
        <a:xfrm>
          <a:off x="0" y="0"/>
          <a:ext cx="0" cy="0"/>
          <a:chOff x="0" y="0"/>
          <a:chExt cx="0" cy="0"/>
        </a:xfrm>
      </p:grpSpPr>
      <p:sp>
        <p:nvSpPr>
          <p:cNvPr id="141" name="Google Shape;141;p14"/>
          <p:cNvSpPr txBox="1"/>
          <p:nvPr/>
        </p:nvSpPr>
        <p:spPr>
          <a:xfrm>
            <a:off x="309475" y="272628"/>
            <a:ext cx="7083000" cy="262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E5C8F5"/>
                </a:solidFill>
                <a:latin typeface="Inter SemiBold"/>
                <a:ea typeface="Inter SemiBold"/>
                <a:cs typeface="Inter SemiBold"/>
                <a:sym typeface="Inter SemiBold"/>
              </a:rPr>
              <a:t>Kebutuhan Alat, Bahan,</a:t>
            </a:r>
            <a:br>
              <a:rPr b="1" i="0" lang="en" sz="3600" u="none" cap="none" strike="noStrike">
                <a:solidFill>
                  <a:srgbClr val="E5C8F5"/>
                </a:solidFill>
                <a:latin typeface="Inter SemiBold"/>
                <a:ea typeface="Inter SemiBold"/>
                <a:cs typeface="Inter SemiBold"/>
                <a:sym typeface="Inter SemiBold"/>
              </a:rPr>
            </a:br>
            <a:r>
              <a:rPr b="1" i="0" lang="en" sz="3600" u="none" cap="none" strike="noStrike">
                <a:solidFill>
                  <a:srgbClr val="E5C8F5"/>
                </a:solidFill>
                <a:latin typeface="Inter SemiBold"/>
                <a:ea typeface="Inter SemiBold"/>
                <a:cs typeface="Inter SemiBold"/>
                <a:sym typeface="Inter SemiBold"/>
              </a:rPr>
              <a:t>dan </a:t>
            </a:r>
            <a:r>
              <a:rPr b="1" i="1" lang="en" sz="3600" u="none" cap="none" strike="noStrike">
                <a:solidFill>
                  <a:srgbClr val="E5C8F5"/>
                </a:solidFill>
                <a:latin typeface="Inter SemiBold"/>
                <a:ea typeface="Inter SemiBold"/>
                <a:cs typeface="Inter SemiBold"/>
                <a:sym typeface="Inter SemiBold"/>
              </a:rPr>
              <a:t>Layout</a:t>
            </a:r>
            <a:endParaRPr b="1" i="1" sz="2900" u="none" cap="none" strike="noStrike">
              <a:solidFill>
                <a:srgbClr val="E5C8F5"/>
              </a:solidFill>
              <a:latin typeface="Inter SemiBold"/>
              <a:ea typeface="Inter SemiBold"/>
              <a:cs typeface="Inter SemiBold"/>
              <a:sym typeface="Inter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45" name="Shape 145"/>
        <p:cNvGrpSpPr/>
        <p:nvPr/>
      </p:nvGrpSpPr>
      <p:grpSpPr>
        <a:xfrm>
          <a:off x="0" y="0"/>
          <a:ext cx="0" cy="0"/>
          <a:chOff x="0" y="0"/>
          <a:chExt cx="0" cy="0"/>
        </a:xfrm>
      </p:grpSpPr>
      <p:sp>
        <p:nvSpPr>
          <p:cNvPr id="146" name="Google Shape;146;p15"/>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1" lang="en" sz="2600" u="none" cap="none" strike="noStrike">
                <a:solidFill>
                  <a:srgbClr val="661F08"/>
                </a:solidFill>
                <a:latin typeface="Inter"/>
                <a:ea typeface="Inter"/>
                <a:cs typeface="Inter"/>
                <a:sym typeface="Inter"/>
              </a:rPr>
              <a:t>Layout</a:t>
            </a:r>
            <a:r>
              <a:rPr b="1" i="0" lang="en" sz="2600" u="none" cap="none" strike="noStrike">
                <a:solidFill>
                  <a:srgbClr val="661F08"/>
                </a:solidFill>
                <a:latin typeface="Inter"/>
                <a:ea typeface="Inter"/>
                <a:cs typeface="Inter"/>
                <a:sym typeface="Inter"/>
              </a:rPr>
              <a:t> Area Lomba</a:t>
            </a:r>
            <a:endParaRPr b="1" i="0" sz="2600" u="none" cap="none" strike="noStrike">
              <a:solidFill>
                <a:srgbClr val="661F08"/>
              </a:solidFill>
              <a:latin typeface="Inter"/>
              <a:ea typeface="Inter"/>
              <a:cs typeface="Inter"/>
              <a:sym typeface="Inter"/>
            </a:endParaRPr>
          </a:p>
        </p:txBody>
      </p:sp>
      <p:sp>
        <p:nvSpPr>
          <p:cNvPr id="147" name="Google Shape;147;p15"/>
          <p:cNvSpPr txBox="1"/>
          <p:nvPr/>
        </p:nvSpPr>
        <p:spPr>
          <a:xfrm>
            <a:off x="316950" y="723250"/>
            <a:ext cx="8427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Layout Area Lomba untuk para peserta LKSN TDG direncanakan sebagai berikut:</a:t>
            </a:r>
            <a:endParaRPr b="0" i="0" sz="1100" u="none" cap="none" strike="noStrike">
              <a:solidFill>
                <a:srgbClr val="661F08"/>
              </a:solidFill>
              <a:latin typeface="Inter"/>
              <a:ea typeface="Inter"/>
              <a:cs typeface="Inter"/>
              <a:sym typeface="Inter"/>
            </a:endParaRPr>
          </a:p>
        </p:txBody>
      </p:sp>
      <p:sp>
        <p:nvSpPr>
          <p:cNvPr id="148" name="Google Shape;148;p15"/>
          <p:cNvSpPr/>
          <p:nvPr/>
        </p:nvSpPr>
        <p:spPr>
          <a:xfrm>
            <a:off x="2345648" y="1218800"/>
            <a:ext cx="4459500" cy="3163500"/>
          </a:xfrm>
          <a:prstGeom prst="rect">
            <a:avLst/>
          </a:prstGeom>
          <a:solidFill>
            <a:srgbClr val="E5C8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5"/>
          <p:cNvSpPr/>
          <p:nvPr/>
        </p:nvSpPr>
        <p:spPr>
          <a:xfrm rot="5400000">
            <a:off x="4556698" y="2066365"/>
            <a:ext cx="558900" cy="2685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5"/>
          <p:cNvSpPr/>
          <p:nvPr/>
        </p:nvSpPr>
        <p:spPr>
          <a:xfrm>
            <a:off x="4121008" y="2770959"/>
            <a:ext cx="1507500" cy="6363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5"/>
          <p:cNvSpPr/>
          <p:nvPr/>
        </p:nvSpPr>
        <p:spPr>
          <a:xfrm rot="5400000">
            <a:off x="3049108" y="2335173"/>
            <a:ext cx="1507500" cy="6363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5"/>
          <p:cNvSpPr/>
          <p:nvPr/>
        </p:nvSpPr>
        <p:spPr>
          <a:xfrm>
            <a:off x="4556726" y="2238181"/>
            <a:ext cx="558900" cy="4269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5"/>
          <p:cNvSpPr/>
          <p:nvPr/>
        </p:nvSpPr>
        <p:spPr>
          <a:xfrm>
            <a:off x="4556726" y="1979575"/>
            <a:ext cx="558900" cy="1746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4" name="Google Shape;154;p15"/>
          <p:cNvCxnSpPr/>
          <p:nvPr/>
        </p:nvCxnSpPr>
        <p:spPr>
          <a:xfrm>
            <a:off x="4107958" y="3649845"/>
            <a:ext cx="1533600" cy="0"/>
          </a:xfrm>
          <a:prstGeom prst="straightConnector1">
            <a:avLst/>
          </a:prstGeom>
          <a:noFill/>
          <a:ln cap="flat" cmpd="sng" w="9525">
            <a:solidFill>
              <a:srgbClr val="FF0000"/>
            </a:solidFill>
            <a:prstDash val="solid"/>
            <a:round/>
            <a:headEnd len="sm" w="sm" type="none"/>
            <a:tailEnd len="sm" w="sm" type="none"/>
          </a:ln>
        </p:spPr>
      </p:cxnSp>
      <p:cxnSp>
        <p:nvCxnSpPr>
          <p:cNvPr id="155" name="Google Shape;155;p15"/>
          <p:cNvCxnSpPr/>
          <p:nvPr/>
        </p:nvCxnSpPr>
        <p:spPr>
          <a:xfrm rot="10800000">
            <a:off x="4107958" y="3536445"/>
            <a:ext cx="0" cy="113400"/>
          </a:xfrm>
          <a:prstGeom prst="straightConnector1">
            <a:avLst/>
          </a:prstGeom>
          <a:noFill/>
          <a:ln cap="flat" cmpd="sng" w="9525">
            <a:solidFill>
              <a:srgbClr val="FF0000"/>
            </a:solidFill>
            <a:prstDash val="solid"/>
            <a:round/>
            <a:headEnd len="sm" w="sm" type="none"/>
            <a:tailEnd len="sm" w="sm" type="none"/>
          </a:ln>
        </p:spPr>
      </p:cxnSp>
      <p:cxnSp>
        <p:nvCxnSpPr>
          <p:cNvPr id="156" name="Google Shape;156;p15"/>
          <p:cNvCxnSpPr/>
          <p:nvPr/>
        </p:nvCxnSpPr>
        <p:spPr>
          <a:xfrm rot="10800000">
            <a:off x="5641658" y="3536445"/>
            <a:ext cx="0" cy="113400"/>
          </a:xfrm>
          <a:prstGeom prst="straightConnector1">
            <a:avLst/>
          </a:prstGeom>
          <a:noFill/>
          <a:ln cap="flat" cmpd="sng" w="9525">
            <a:solidFill>
              <a:srgbClr val="FF0000"/>
            </a:solidFill>
            <a:prstDash val="solid"/>
            <a:round/>
            <a:headEnd len="sm" w="sm" type="none"/>
            <a:tailEnd len="sm" w="sm" type="none"/>
          </a:ln>
        </p:spPr>
      </p:cxnSp>
      <p:cxnSp>
        <p:nvCxnSpPr>
          <p:cNvPr id="157" name="Google Shape;157;p15"/>
          <p:cNvCxnSpPr/>
          <p:nvPr/>
        </p:nvCxnSpPr>
        <p:spPr>
          <a:xfrm rot="10800000">
            <a:off x="4836087" y="3649820"/>
            <a:ext cx="0" cy="113400"/>
          </a:xfrm>
          <a:prstGeom prst="straightConnector1">
            <a:avLst/>
          </a:prstGeom>
          <a:noFill/>
          <a:ln cap="flat" cmpd="sng" w="9525">
            <a:solidFill>
              <a:srgbClr val="FF0000"/>
            </a:solidFill>
            <a:prstDash val="solid"/>
            <a:round/>
            <a:headEnd len="sm" w="sm" type="none"/>
            <a:tailEnd len="sm" w="sm" type="none"/>
          </a:ln>
        </p:spPr>
      </p:cxnSp>
      <p:cxnSp>
        <p:nvCxnSpPr>
          <p:cNvPr id="158" name="Google Shape;158;p15"/>
          <p:cNvCxnSpPr/>
          <p:nvPr/>
        </p:nvCxnSpPr>
        <p:spPr>
          <a:xfrm rot="5400000">
            <a:off x="2556272" y="2653323"/>
            <a:ext cx="1533600" cy="0"/>
          </a:xfrm>
          <a:prstGeom prst="straightConnector1">
            <a:avLst/>
          </a:prstGeom>
          <a:noFill/>
          <a:ln cap="flat" cmpd="sng" w="9525">
            <a:solidFill>
              <a:srgbClr val="FF0000"/>
            </a:solidFill>
            <a:prstDash val="solid"/>
            <a:round/>
            <a:headEnd len="sm" w="sm" type="none"/>
            <a:tailEnd len="sm" w="sm" type="none"/>
          </a:ln>
        </p:spPr>
      </p:cxnSp>
      <p:cxnSp>
        <p:nvCxnSpPr>
          <p:cNvPr id="159" name="Google Shape;159;p15"/>
          <p:cNvCxnSpPr/>
          <p:nvPr/>
        </p:nvCxnSpPr>
        <p:spPr>
          <a:xfrm rot="10800000">
            <a:off x="3379772" y="1829823"/>
            <a:ext cx="0" cy="113400"/>
          </a:xfrm>
          <a:prstGeom prst="straightConnector1">
            <a:avLst/>
          </a:prstGeom>
          <a:noFill/>
          <a:ln cap="flat" cmpd="sng" w="9525">
            <a:solidFill>
              <a:srgbClr val="FF0000"/>
            </a:solidFill>
            <a:prstDash val="solid"/>
            <a:round/>
            <a:headEnd len="sm" w="sm" type="none"/>
            <a:tailEnd len="sm" w="sm" type="none"/>
          </a:ln>
        </p:spPr>
      </p:cxnSp>
      <p:cxnSp>
        <p:nvCxnSpPr>
          <p:cNvPr id="160" name="Google Shape;160;p15"/>
          <p:cNvCxnSpPr/>
          <p:nvPr/>
        </p:nvCxnSpPr>
        <p:spPr>
          <a:xfrm rot="10800000">
            <a:off x="3379772" y="3363516"/>
            <a:ext cx="0" cy="113400"/>
          </a:xfrm>
          <a:prstGeom prst="straightConnector1">
            <a:avLst/>
          </a:prstGeom>
          <a:noFill/>
          <a:ln cap="flat" cmpd="sng" w="9525">
            <a:solidFill>
              <a:srgbClr val="FF0000"/>
            </a:solidFill>
            <a:prstDash val="solid"/>
            <a:round/>
            <a:headEnd len="sm" w="sm" type="none"/>
            <a:tailEnd len="sm" w="sm" type="none"/>
          </a:ln>
        </p:spPr>
      </p:cxnSp>
      <p:cxnSp>
        <p:nvCxnSpPr>
          <p:cNvPr id="161" name="Google Shape;161;p15"/>
          <p:cNvCxnSpPr/>
          <p:nvPr/>
        </p:nvCxnSpPr>
        <p:spPr>
          <a:xfrm rot="10800000">
            <a:off x="3266396" y="2557949"/>
            <a:ext cx="0" cy="113400"/>
          </a:xfrm>
          <a:prstGeom prst="straightConnector1">
            <a:avLst/>
          </a:prstGeom>
          <a:noFill/>
          <a:ln cap="flat" cmpd="sng" w="9525">
            <a:solidFill>
              <a:srgbClr val="FF0000"/>
            </a:solidFill>
            <a:prstDash val="solid"/>
            <a:round/>
            <a:headEnd len="sm" w="sm" type="none"/>
            <a:tailEnd len="sm" w="sm" type="none"/>
          </a:ln>
        </p:spPr>
      </p:cxnSp>
      <p:cxnSp>
        <p:nvCxnSpPr>
          <p:cNvPr id="162" name="Google Shape;162;p15"/>
          <p:cNvCxnSpPr/>
          <p:nvPr/>
        </p:nvCxnSpPr>
        <p:spPr>
          <a:xfrm rot="10800000">
            <a:off x="4836087" y="1667813"/>
            <a:ext cx="0" cy="113400"/>
          </a:xfrm>
          <a:prstGeom prst="straightConnector1">
            <a:avLst/>
          </a:prstGeom>
          <a:noFill/>
          <a:ln cap="flat" cmpd="sng" w="9525">
            <a:solidFill>
              <a:srgbClr val="595959"/>
            </a:solidFill>
            <a:prstDash val="solid"/>
            <a:round/>
            <a:headEnd len="sm" w="sm" type="none"/>
            <a:tailEnd len="sm" w="sm" type="none"/>
          </a:ln>
        </p:spPr>
      </p:cxnSp>
      <p:sp>
        <p:nvSpPr>
          <p:cNvPr id="163" name="Google Shape;163;p15"/>
          <p:cNvSpPr/>
          <p:nvPr/>
        </p:nvSpPr>
        <p:spPr>
          <a:xfrm>
            <a:off x="4335253" y="3122006"/>
            <a:ext cx="1079100" cy="1134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5"/>
          <p:cNvSpPr/>
          <p:nvPr/>
        </p:nvSpPr>
        <p:spPr>
          <a:xfrm>
            <a:off x="4626419" y="2874558"/>
            <a:ext cx="788100" cy="1518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5"/>
          <p:cNvSpPr/>
          <p:nvPr/>
        </p:nvSpPr>
        <p:spPr>
          <a:xfrm>
            <a:off x="4335253" y="2874558"/>
            <a:ext cx="160800" cy="1518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5"/>
          <p:cNvSpPr/>
          <p:nvPr/>
        </p:nvSpPr>
        <p:spPr>
          <a:xfrm>
            <a:off x="4667383" y="3235381"/>
            <a:ext cx="448200" cy="582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 name="Google Shape;167;p15"/>
          <p:cNvGrpSpPr/>
          <p:nvPr/>
        </p:nvGrpSpPr>
        <p:grpSpPr>
          <a:xfrm>
            <a:off x="5551228" y="1477155"/>
            <a:ext cx="516863" cy="494840"/>
            <a:chOff x="4008763" y="1927550"/>
            <a:chExt cx="570300" cy="546000"/>
          </a:xfrm>
        </p:grpSpPr>
        <p:cxnSp>
          <p:nvCxnSpPr>
            <p:cNvPr id="168" name="Google Shape;168;p15"/>
            <p:cNvCxnSpPr/>
            <p:nvPr/>
          </p:nvCxnSpPr>
          <p:spPr>
            <a:xfrm rot="10800000">
              <a:off x="4241863" y="1927550"/>
              <a:ext cx="0" cy="312900"/>
            </a:xfrm>
            <a:prstGeom prst="straightConnector1">
              <a:avLst/>
            </a:prstGeom>
            <a:noFill/>
            <a:ln cap="flat" cmpd="sng" w="9525">
              <a:solidFill>
                <a:srgbClr val="595959"/>
              </a:solidFill>
              <a:prstDash val="solid"/>
              <a:round/>
              <a:headEnd len="sm" w="sm" type="none"/>
              <a:tailEnd len="sm" w="sm" type="none"/>
            </a:ln>
          </p:spPr>
        </p:cxnSp>
        <p:cxnSp>
          <p:nvCxnSpPr>
            <p:cNvPr id="169" name="Google Shape;169;p15"/>
            <p:cNvCxnSpPr/>
            <p:nvPr/>
          </p:nvCxnSpPr>
          <p:spPr>
            <a:xfrm>
              <a:off x="4241863" y="2240450"/>
              <a:ext cx="337200" cy="0"/>
            </a:xfrm>
            <a:prstGeom prst="straightConnector1">
              <a:avLst/>
            </a:prstGeom>
            <a:noFill/>
            <a:ln cap="flat" cmpd="sng" w="9525">
              <a:solidFill>
                <a:srgbClr val="595959"/>
              </a:solidFill>
              <a:prstDash val="solid"/>
              <a:round/>
              <a:headEnd len="sm" w="sm" type="none"/>
              <a:tailEnd len="sm" w="sm" type="none"/>
            </a:ln>
          </p:spPr>
        </p:cxnSp>
        <p:cxnSp>
          <p:nvCxnSpPr>
            <p:cNvPr id="170" name="Google Shape;170;p15"/>
            <p:cNvCxnSpPr/>
            <p:nvPr/>
          </p:nvCxnSpPr>
          <p:spPr>
            <a:xfrm flipH="1">
              <a:off x="4008763" y="2240450"/>
              <a:ext cx="233100" cy="233100"/>
            </a:xfrm>
            <a:prstGeom prst="straightConnector1">
              <a:avLst/>
            </a:prstGeom>
            <a:noFill/>
            <a:ln cap="flat" cmpd="sng" w="9525">
              <a:solidFill>
                <a:srgbClr val="595959"/>
              </a:solidFill>
              <a:prstDash val="solid"/>
              <a:round/>
              <a:headEnd len="sm" w="sm" type="none"/>
              <a:tailEnd len="sm" w="sm" type="none"/>
            </a:ln>
          </p:spPr>
        </p:cxnSp>
        <p:sp>
          <p:nvSpPr>
            <p:cNvPr id="171" name="Google Shape;171;p15"/>
            <p:cNvSpPr/>
            <p:nvPr/>
          </p:nvSpPr>
          <p:spPr>
            <a:xfrm rot="-2700000">
              <a:off x="4070815" y="2094844"/>
              <a:ext cx="379292" cy="266862"/>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rot="-2700000">
              <a:off x="4184943" y="2135149"/>
              <a:ext cx="151038" cy="186252"/>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5"/>
            <p:cNvSpPr/>
            <p:nvPr/>
          </p:nvSpPr>
          <p:spPr>
            <a:xfrm rot="-2700000">
              <a:off x="4081957" y="2280001"/>
              <a:ext cx="53457" cy="186252"/>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 name="Google Shape;174;p15"/>
          <p:cNvSpPr txBox="1"/>
          <p:nvPr/>
        </p:nvSpPr>
        <p:spPr>
          <a:xfrm>
            <a:off x="4011325" y="3811694"/>
            <a:ext cx="1649400" cy="522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Meja 1 </a:t>
            </a:r>
            <a:br>
              <a:rPr b="0" i="0" lang="en" sz="1000" u="none" cap="none" strike="noStrike">
                <a:solidFill>
                  <a:srgbClr val="661F08"/>
                </a:solidFill>
                <a:latin typeface="Roboto"/>
                <a:ea typeface="Roboto"/>
                <a:cs typeface="Roboto"/>
                <a:sym typeface="Roboto"/>
              </a:rPr>
            </a:br>
            <a:r>
              <a:rPr b="0" i="0" lang="en" sz="1000" u="none" cap="none" strike="noStrike">
                <a:solidFill>
                  <a:srgbClr val="661F08"/>
                </a:solidFill>
                <a:latin typeface="Roboto"/>
                <a:ea typeface="Roboto"/>
                <a:cs typeface="Roboto"/>
                <a:sym typeface="Roboto"/>
              </a:rPr>
              <a:t>Meja kerja komputer</a:t>
            </a:r>
            <a:endParaRPr b="0" i="0" sz="1000" u="none" cap="none" strike="noStrike">
              <a:solidFill>
                <a:srgbClr val="661F08"/>
              </a:solidFill>
              <a:latin typeface="Roboto"/>
              <a:ea typeface="Roboto"/>
              <a:cs typeface="Roboto"/>
              <a:sym typeface="Roboto"/>
            </a:endParaRPr>
          </a:p>
        </p:txBody>
      </p:sp>
      <p:sp>
        <p:nvSpPr>
          <p:cNvPr id="175" name="Google Shape;175;p15"/>
          <p:cNvSpPr txBox="1"/>
          <p:nvPr/>
        </p:nvSpPr>
        <p:spPr>
          <a:xfrm>
            <a:off x="2238163" y="2392498"/>
            <a:ext cx="1140000" cy="522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Meja 2 </a:t>
            </a:r>
            <a:br>
              <a:rPr b="0" i="0" lang="en" sz="1000" u="none" cap="none" strike="noStrike">
                <a:solidFill>
                  <a:srgbClr val="661F08"/>
                </a:solidFill>
                <a:latin typeface="Roboto"/>
                <a:ea typeface="Roboto"/>
                <a:cs typeface="Roboto"/>
                <a:sym typeface="Roboto"/>
              </a:rPr>
            </a:br>
            <a:r>
              <a:rPr b="0" i="0" lang="en" sz="1000" u="none" cap="none" strike="noStrike">
                <a:solidFill>
                  <a:srgbClr val="661F08"/>
                </a:solidFill>
                <a:latin typeface="Roboto"/>
                <a:ea typeface="Roboto"/>
                <a:cs typeface="Roboto"/>
                <a:sym typeface="Roboto"/>
              </a:rPr>
              <a:t>Meja Sketsa</a:t>
            </a:r>
            <a:endParaRPr b="0" i="0" sz="1000" u="none" cap="none" strike="noStrike">
              <a:solidFill>
                <a:srgbClr val="661F08"/>
              </a:solidFill>
              <a:latin typeface="Roboto"/>
              <a:ea typeface="Roboto"/>
              <a:cs typeface="Roboto"/>
              <a:sym typeface="Roboto"/>
            </a:endParaRPr>
          </a:p>
        </p:txBody>
      </p:sp>
      <p:cxnSp>
        <p:nvCxnSpPr>
          <p:cNvPr id="176" name="Google Shape;176;p15"/>
          <p:cNvCxnSpPr/>
          <p:nvPr/>
        </p:nvCxnSpPr>
        <p:spPr>
          <a:xfrm>
            <a:off x="5406319" y="3178693"/>
            <a:ext cx="405000" cy="0"/>
          </a:xfrm>
          <a:prstGeom prst="straightConnector1">
            <a:avLst/>
          </a:prstGeom>
          <a:noFill/>
          <a:ln cap="flat" cmpd="sng" w="9525">
            <a:solidFill>
              <a:srgbClr val="FF0000"/>
            </a:solidFill>
            <a:prstDash val="solid"/>
            <a:round/>
            <a:headEnd len="sm" w="sm" type="none"/>
            <a:tailEnd len="sm" w="sm" type="none"/>
          </a:ln>
        </p:spPr>
      </p:cxnSp>
      <p:sp>
        <p:nvSpPr>
          <p:cNvPr id="177" name="Google Shape;177;p15"/>
          <p:cNvSpPr txBox="1"/>
          <p:nvPr/>
        </p:nvSpPr>
        <p:spPr>
          <a:xfrm>
            <a:off x="5842909" y="2981442"/>
            <a:ext cx="788100" cy="3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komputer  </a:t>
            </a:r>
            <a:endParaRPr b="0" i="0" sz="1000" u="none" cap="none" strike="noStrike">
              <a:solidFill>
                <a:srgbClr val="661F08"/>
              </a:solidFill>
              <a:latin typeface="Roboto"/>
              <a:ea typeface="Roboto"/>
              <a:cs typeface="Roboto"/>
              <a:sym typeface="Roboto"/>
            </a:endParaRPr>
          </a:p>
        </p:txBody>
      </p:sp>
      <p:sp>
        <p:nvSpPr>
          <p:cNvPr id="178" name="Google Shape;178;p15"/>
          <p:cNvSpPr txBox="1"/>
          <p:nvPr/>
        </p:nvSpPr>
        <p:spPr>
          <a:xfrm>
            <a:off x="4442126" y="1318083"/>
            <a:ext cx="788100" cy="3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Kursi</a:t>
            </a:r>
            <a:endParaRPr b="0" i="0" sz="1000" u="none" cap="none" strike="noStrike">
              <a:solidFill>
                <a:srgbClr val="661F08"/>
              </a:solidFill>
              <a:latin typeface="Roboto"/>
              <a:ea typeface="Roboto"/>
              <a:cs typeface="Roboto"/>
              <a:sym typeface="Roboto"/>
            </a:endParaRPr>
          </a:p>
        </p:txBody>
      </p:sp>
      <p:sp>
        <p:nvSpPr>
          <p:cNvPr id="179" name="Google Shape;179;p15"/>
          <p:cNvSpPr txBox="1"/>
          <p:nvPr/>
        </p:nvSpPr>
        <p:spPr>
          <a:xfrm>
            <a:off x="5903532" y="1817193"/>
            <a:ext cx="10023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Kamera 1</a:t>
            </a:r>
            <a:endParaRPr b="0" i="0" sz="1000" u="none" cap="none" strike="noStrike">
              <a:solidFill>
                <a:srgbClr val="661F08"/>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rgbClr val="661F08"/>
                </a:solidFill>
                <a:latin typeface="Roboto"/>
                <a:ea typeface="Roboto"/>
                <a:cs typeface="Roboto"/>
                <a:sym typeface="Roboto"/>
              </a:rPr>
              <a:t>+ Tripod</a:t>
            </a:r>
            <a:endParaRPr b="0" i="0" sz="1000" u="none" cap="none" strike="noStrike">
              <a:solidFill>
                <a:srgbClr val="661F08"/>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CF7"/>
        </a:solidFill>
      </p:bgPr>
    </p:bg>
    <p:spTree>
      <p:nvGrpSpPr>
        <p:cNvPr id="183" name="Shape 183"/>
        <p:cNvGrpSpPr/>
        <p:nvPr/>
      </p:nvGrpSpPr>
      <p:grpSpPr>
        <a:xfrm>
          <a:off x="0" y="0"/>
          <a:ext cx="0" cy="0"/>
          <a:chOff x="0" y="0"/>
          <a:chExt cx="0" cy="0"/>
        </a:xfrm>
      </p:grpSpPr>
      <p:sp>
        <p:nvSpPr>
          <p:cNvPr id="184" name="Google Shape;184;p16"/>
          <p:cNvSpPr/>
          <p:nvPr/>
        </p:nvSpPr>
        <p:spPr>
          <a:xfrm>
            <a:off x="2407947" y="1280800"/>
            <a:ext cx="4328100" cy="3176400"/>
          </a:xfrm>
          <a:prstGeom prst="rect">
            <a:avLst/>
          </a:prstGeom>
          <a:solidFill>
            <a:srgbClr val="E5C8F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6"/>
          <p:cNvSpPr txBox="1"/>
          <p:nvPr/>
        </p:nvSpPr>
        <p:spPr>
          <a:xfrm>
            <a:off x="316950" y="723250"/>
            <a:ext cx="8427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Layout Area Lomba untuk para peserta LKSN TDG direncanakan sebagai berikut:</a:t>
            </a:r>
            <a:endParaRPr b="0" i="0" sz="1100" u="none" cap="none" strike="noStrike">
              <a:solidFill>
                <a:srgbClr val="661F08"/>
              </a:solidFill>
              <a:latin typeface="Inter"/>
              <a:ea typeface="Inter"/>
              <a:cs typeface="Inter"/>
              <a:sym typeface="Inter"/>
            </a:endParaRPr>
          </a:p>
        </p:txBody>
      </p:sp>
      <p:sp>
        <p:nvSpPr>
          <p:cNvPr id="186" name="Google Shape;186;p16"/>
          <p:cNvSpPr txBox="1"/>
          <p:nvPr/>
        </p:nvSpPr>
        <p:spPr>
          <a:xfrm>
            <a:off x="309475" y="216425"/>
            <a:ext cx="70830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1" lang="en" sz="2600" u="none" cap="none" strike="noStrike">
                <a:solidFill>
                  <a:srgbClr val="661F08"/>
                </a:solidFill>
                <a:latin typeface="Inter"/>
                <a:ea typeface="Inter"/>
                <a:cs typeface="Inter"/>
                <a:sym typeface="Inter"/>
              </a:rPr>
              <a:t>Layout</a:t>
            </a:r>
            <a:r>
              <a:rPr b="1" i="0" lang="en" sz="2600" u="none" cap="none" strike="noStrike">
                <a:solidFill>
                  <a:srgbClr val="661F08"/>
                </a:solidFill>
                <a:latin typeface="Inter"/>
                <a:ea typeface="Inter"/>
                <a:cs typeface="Inter"/>
                <a:sym typeface="Inter"/>
              </a:rPr>
              <a:t> Area Lomba</a:t>
            </a:r>
            <a:endParaRPr b="1" i="0" sz="2600" u="none" cap="none" strike="noStrike">
              <a:solidFill>
                <a:srgbClr val="661F08"/>
              </a:solidFill>
              <a:latin typeface="Inter"/>
              <a:ea typeface="Inter"/>
              <a:cs typeface="Inter"/>
              <a:sym typeface="Inter"/>
            </a:endParaRPr>
          </a:p>
        </p:txBody>
      </p:sp>
      <p:grpSp>
        <p:nvGrpSpPr>
          <p:cNvPr id="187" name="Google Shape;187;p16"/>
          <p:cNvGrpSpPr/>
          <p:nvPr/>
        </p:nvGrpSpPr>
        <p:grpSpPr>
          <a:xfrm>
            <a:off x="2636021" y="1438343"/>
            <a:ext cx="3871943" cy="2896718"/>
            <a:chOff x="2627996" y="1438343"/>
            <a:chExt cx="3871943" cy="2896718"/>
          </a:xfrm>
        </p:grpSpPr>
        <p:grpSp>
          <p:nvGrpSpPr>
            <p:cNvPr id="188" name="Google Shape;188;p16"/>
            <p:cNvGrpSpPr/>
            <p:nvPr/>
          </p:nvGrpSpPr>
          <p:grpSpPr>
            <a:xfrm>
              <a:off x="2627996" y="1438348"/>
              <a:ext cx="148941" cy="2896707"/>
              <a:chOff x="2627996" y="1438348"/>
              <a:chExt cx="148941" cy="2896707"/>
            </a:xfrm>
          </p:grpSpPr>
          <p:grpSp>
            <p:nvGrpSpPr>
              <p:cNvPr id="189" name="Google Shape;189;p16"/>
              <p:cNvGrpSpPr/>
              <p:nvPr/>
            </p:nvGrpSpPr>
            <p:grpSpPr>
              <a:xfrm rot="5400000">
                <a:off x="2596563" y="1469781"/>
                <a:ext cx="211807" cy="148941"/>
                <a:chOff x="3036233" y="1962359"/>
                <a:chExt cx="2143800" cy="1507500"/>
              </a:xfrm>
            </p:grpSpPr>
            <p:sp>
              <p:nvSpPr>
                <p:cNvPr id="190" name="Google Shape;19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16"/>
              <p:cNvGrpSpPr/>
              <p:nvPr/>
            </p:nvGrpSpPr>
            <p:grpSpPr>
              <a:xfrm rot="5400000">
                <a:off x="2596563" y="1743606"/>
                <a:ext cx="211807" cy="148941"/>
                <a:chOff x="3036233" y="1962359"/>
                <a:chExt cx="2143800" cy="1507500"/>
              </a:xfrm>
            </p:grpSpPr>
            <p:sp>
              <p:nvSpPr>
                <p:cNvPr id="200" name="Google Shape;20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 name="Google Shape;209;p16"/>
              <p:cNvGrpSpPr/>
              <p:nvPr/>
            </p:nvGrpSpPr>
            <p:grpSpPr>
              <a:xfrm rot="5400000">
                <a:off x="2596563" y="2017431"/>
                <a:ext cx="211807" cy="148941"/>
                <a:chOff x="3036233" y="1962359"/>
                <a:chExt cx="2143800" cy="1507500"/>
              </a:xfrm>
            </p:grpSpPr>
            <p:sp>
              <p:nvSpPr>
                <p:cNvPr id="210" name="Google Shape;21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16"/>
              <p:cNvGrpSpPr/>
              <p:nvPr/>
            </p:nvGrpSpPr>
            <p:grpSpPr>
              <a:xfrm rot="5400000">
                <a:off x="2596563" y="2291256"/>
                <a:ext cx="211807" cy="148941"/>
                <a:chOff x="3036233" y="1962359"/>
                <a:chExt cx="2143800" cy="1507500"/>
              </a:xfrm>
            </p:grpSpPr>
            <p:sp>
              <p:nvSpPr>
                <p:cNvPr id="220" name="Google Shape;22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 name="Google Shape;229;p16"/>
              <p:cNvGrpSpPr/>
              <p:nvPr/>
            </p:nvGrpSpPr>
            <p:grpSpPr>
              <a:xfrm rot="5400000">
                <a:off x="2596563" y="2565081"/>
                <a:ext cx="211807" cy="148941"/>
                <a:chOff x="3036233" y="1962359"/>
                <a:chExt cx="2143800" cy="1507500"/>
              </a:xfrm>
            </p:grpSpPr>
            <p:sp>
              <p:nvSpPr>
                <p:cNvPr id="230" name="Google Shape;23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 name="Google Shape;239;p16"/>
              <p:cNvGrpSpPr/>
              <p:nvPr/>
            </p:nvGrpSpPr>
            <p:grpSpPr>
              <a:xfrm rot="5400000">
                <a:off x="2596563" y="3059381"/>
                <a:ext cx="211807" cy="148941"/>
                <a:chOff x="3036233" y="1962359"/>
                <a:chExt cx="2143800" cy="1507500"/>
              </a:xfrm>
            </p:grpSpPr>
            <p:sp>
              <p:nvSpPr>
                <p:cNvPr id="240" name="Google Shape;24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 name="Google Shape;249;p16"/>
              <p:cNvGrpSpPr/>
              <p:nvPr/>
            </p:nvGrpSpPr>
            <p:grpSpPr>
              <a:xfrm rot="5400000">
                <a:off x="2596563" y="3333206"/>
                <a:ext cx="211807" cy="148941"/>
                <a:chOff x="3036233" y="1962359"/>
                <a:chExt cx="2143800" cy="1507500"/>
              </a:xfrm>
            </p:grpSpPr>
            <p:sp>
              <p:nvSpPr>
                <p:cNvPr id="250" name="Google Shape;25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9" name="Google Shape;259;p16"/>
              <p:cNvGrpSpPr/>
              <p:nvPr/>
            </p:nvGrpSpPr>
            <p:grpSpPr>
              <a:xfrm rot="5400000">
                <a:off x="2596563" y="3607031"/>
                <a:ext cx="211807" cy="148941"/>
                <a:chOff x="3036233" y="1962359"/>
                <a:chExt cx="2143800" cy="1507500"/>
              </a:xfrm>
            </p:grpSpPr>
            <p:sp>
              <p:nvSpPr>
                <p:cNvPr id="260" name="Google Shape;26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9" name="Google Shape;269;p16"/>
              <p:cNvGrpSpPr/>
              <p:nvPr/>
            </p:nvGrpSpPr>
            <p:grpSpPr>
              <a:xfrm rot="5400000">
                <a:off x="2596563" y="3880856"/>
                <a:ext cx="211807" cy="148941"/>
                <a:chOff x="3036233" y="1962359"/>
                <a:chExt cx="2143800" cy="1507500"/>
              </a:xfrm>
            </p:grpSpPr>
            <p:sp>
              <p:nvSpPr>
                <p:cNvPr id="270" name="Google Shape;27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 name="Google Shape;279;p16"/>
              <p:cNvGrpSpPr/>
              <p:nvPr/>
            </p:nvGrpSpPr>
            <p:grpSpPr>
              <a:xfrm rot="5400000">
                <a:off x="2596563" y="4154681"/>
                <a:ext cx="211807" cy="148941"/>
                <a:chOff x="3036233" y="1962359"/>
                <a:chExt cx="2143800" cy="1507500"/>
              </a:xfrm>
            </p:grpSpPr>
            <p:sp>
              <p:nvSpPr>
                <p:cNvPr id="280" name="Google Shape;280;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89" name="Google Shape;289;p16"/>
            <p:cNvGrpSpPr/>
            <p:nvPr/>
          </p:nvGrpSpPr>
          <p:grpSpPr>
            <a:xfrm>
              <a:off x="3812962" y="3244616"/>
              <a:ext cx="1358600" cy="526397"/>
              <a:chOff x="3812962" y="3244616"/>
              <a:chExt cx="1358600" cy="526397"/>
            </a:xfrm>
          </p:grpSpPr>
          <p:grpSp>
            <p:nvGrpSpPr>
              <p:cNvPr id="290" name="Google Shape;290;p16"/>
              <p:cNvGrpSpPr/>
              <p:nvPr/>
            </p:nvGrpSpPr>
            <p:grpSpPr>
              <a:xfrm rot="5400000">
                <a:off x="3803751" y="3253827"/>
                <a:ext cx="73622" cy="55200"/>
                <a:chOff x="1549701" y="2124763"/>
                <a:chExt cx="73622" cy="55200"/>
              </a:xfrm>
            </p:grpSpPr>
            <p:sp>
              <p:nvSpPr>
                <p:cNvPr id="291" name="Google Shape;29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 name="Google Shape;294;p16"/>
              <p:cNvGrpSpPr/>
              <p:nvPr/>
            </p:nvGrpSpPr>
            <p:grpSpPr>
              <a:xfrm rot="5400000">
                <a:off x="3935826" y="3253827"/>
                <a:ext cx="73622" cy="55200"/>
                <a:chOff x="1549701" y="2124763"/>
                <a:chExt cx="73622" cy="55200"/>
              </a:xfrm>
            </p:grpSpPr>
            <p:sp>
              <p:nvSpPr>
                <p:cNvPr id="295" name="Google Shape;29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8" name="Google Shape;298;p16"/>
              <p:cNvGrpSpPr/>
              <p:nvPr/>
            </p:nvGrpSpPr>
            <p:grpSpPr>
              <a:xfrm rot="5400000">
                <a:off x="4067901" y="3253827"/>
                <a:ext cx="73622" cy="55200"/>
                <a:chOff x="1549701" y="2124763"/>
                <a:chExt cx="73622" cy="55200"/>
              </a:xfrm>
            </p:grpSpPr>
            <p:sp>
              <p:nvSpPr>
                <p:cNvPr id="299" name="Google Shape;29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 name="Google Shape;302;p16"/>
              <p:cNvGrpSpPr/>
              <p:nvPr/>
            </p:nvGrpSpPr>
            <p:grpSpPr>
              <a:xfrm rot="5400000">
                <a:off x="4199976" y="3253827"/>
                <a:ext cx="73622" cy="55200"/>
                <a:chOff x="1549701" y="2124763"/>
                <a:chExt cx="73622" cy="55200"/>
              </a:xfrm>
            </p:grpSpPr>
            <p:sp>
              <p:nvSpPr>
                <p:cNvPr id="303" name="Google Shape;30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6" name="Google Shape;306;p16"/>
              <p:cNvGrpSpPr/>
              <p:nvPr/>
            </p:nvGrpSpPr>
            <p:grpSpPr>
              <a:xfrm rot="5400000">
                <a:off x="4332051" y="3253827"/>
                <a:ext cx="73622" cy="55200"/>
                <a:chOff x="1549701" y="2124763"/>
                <a:chExt cx="73622" cy="55200"/>
              </a:xfrm>
            </p:grpSpPr>
            <p:sp>
              <p:nvSpPr>
                <p:cNvPr id="307" name="Google Shape;30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 name="Google Shape;310;p16"/>
              <p:cNvGrpSpPr/>
              <p:nvPr/>
            </p:nvGrpSpPr>
            <p:grpSpPr>
              <a:xfrm rot="5400000">
                <a:off x="3803751" y="3404752"/>
                <a:ext cx="73622" cy="55200"/>
                <a:chOff x="1549701" y="2124763"/>
                <a:chExt cx="73622" cy="55200"/>
              </a:xfrm>
            </p:grpSpPr>
            <p:sp>
              <p:nvSpPr>
                <p:cNvPr id="311" name="Google Shape;31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16"/>
              <p:cNvGrpSpPr/>
              <p:nvPr/>
            </p:nvGrpSpPr>
            <p:grpSpPr>
              <a:xfrm rot="5400000">
                <a:off x="3935826" y="3404752"/>
                <a:ext cx="73622" cy="55200"/>
                <a:chOff x="1549701" y="2124763"/>
                <a:chExt cx="73622" cy="55200"/>
              </a:xfrm>
            </p:grpSpPr>
            <p:sp>
              <p:nvSpPr>
                <p:cNvPr id="315" name="Google Shape;31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8" name="Google Shape;318;p16"/>
              <p:cNvGrpSpPr/>
              <p:nvPr/>
            </p:nvGrpSpPr>
            <p:grpSpPr>
              <a:xfrm rot="5400000">
                <a:off x="4067901" y="3404752"/>
                <a:ext cx="73622" cy="55200"/>
                <a:chOff x="1549701" y="2124763"/>
                <a:chExt cx="73622" cy="55200"/>
              </a:xfrm>
            </p:grpSpPr>
            <p:sp>
              <p:nvSpPr>
                <p:cNvPr id="319" name="Google Shape;31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2" name="Google Shape;322;p16"/>
              <p:cNvGrpSpPr/>
              <p:nvPr/>
            </p:nvGrpSpPr>
            <p:grpSpPr>
              <a:xfrm rot="5400000">
                <a:off x="4199976" y="3404752"/>
                <a:ext cx="73622" cy="55200"/>
                <a:chOff x="1549701" y="2124763"/>
                <a:chExt cx="73622" cy="55200"/>
              </a:xfrm>
            </p:grpSpPr>
            <p:sp>
              <p:nvSpPr>
                <p:cNvPr id="323" name="Google Shape;32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6" name="Google Shape;326;p16"/>
              <p:cNvGrpSpPr/>
              <p:nvPr/>
            </p:nvGrpSpPr>
            <p:grpSpPr>
              <a:xfrm rot="5400000">
                <a:off x="4332051" y="3404752"/>
                <a:ext cx="73622" cy="55200"/>
                <a:chOff x="1549701" y="2124763"/>
                <a:chExt cx="73622" cy="55200"/>
              </a:xfrm>
            </p:grpSpPr>
            <p:sp>
              <p:nvSpPr>
                <p:cNvPr id="327" name="Google Shape;32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0" name="Google Shape;330;p16"/>
              <p:cNvGrpSpPr/>
              <p:nvPr/>
            </p:nvGrpSpPr>
            <p:grpSpPr>
              <a:xfrm rot="5400000">
                <a:off x="3803751" y="3555677"/>
                <a:ext cx="73622" cy="55200"/>
                <a:chOff x="1549701" y="2124763"/>
                <a:chExt cx="73622" cy="55200"/>
              </a:xfrm>
            </p:grpSpPr>
            <p:sp>
              <p:nvSpPr>
                <p:cNvPr id="331" name="Google Shape;33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4" name="Google Shape;334;p16"/>
              <p:cNvGrpSpPr/>
              <p:nvPr/>
            </p:nvGrpSpPr>
            <p:grpSpPr>
              <a:xfrm rot="5400000">
                <a:off x="3935826" y="3555677"/>
                <a:ext cx="73622" cy="55200"/>
                <a:chOff x="1549701" y="2124763"/>
                <a:chExt cx="73622" cy="55200"/>
              </a:xfrm>
            </p:grpSpPr>
            <p:sp>
              <p:nvSpPr>
                <p:cNvPr id="335" name="Google Shape;33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8" name="Google Shape;338;p16"/>
              <p:cNvGrpSpPr/>
              <p:nvPr/>
            </p:nvGrpSpPr>
            <p:grpSpPr>
              <a:xfrm rot="5400000">
                <a:off x="4067901" y="3555677"/>
                <a:ext cx="73622" cy="55200"/>
                <a:chOff x="1549701" y="2124763"/>
                <a:chExt cx="73622" cy="55200"/>
              </a:xfrm>
            </p:grpSpPr>
            <p:sp>
              <p:nvSpPr>
                <p:cNvPr id="339" name="Google Shape;33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2" name="Google Shape;342;p16"/>
              <p:cNvGrpSpPr/>
              <p:nvPr/>
            </p:nvGrpSpPr>
            <p:grpSpPr>
              <a:xfrm rot="5400000">
                <a:off x="4199976" y="3555677"/>
                <a:ext cx="73622" cy="55200"/>
                <a:chOff x="1549701" y="2124763"/>
                <a:chExt cx="73622" cy="55200"/>
              </a:xfrm>
            </p:grpSpPr>
            <p:sp>
              <p:nvSpPr>
                <p:cNvPr id="343" name="Google Shape;34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16"/>
              <p:cNvGrpSpPr/>
              <p:nvPr/>
            </p:nvGrpSpPr>
            <p:grpSpPr>
              <a:xfrm rot="5400000">
                <a:off x="4332051" y="3555677"/>
                <a:ext cx="73622" cy="55200"/>
                <a:chOff x="1549701" y="2124763"/>
                <a:chExt cx="73622" cy="55200"/>
              </a:xfrm>
            </p:grpSpPr>
            <p:sp>
              <p:nvSpPr>
                <p:cNvPr id="347" name="Google Shape;34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0" name="Google Shape;350;p16"/>
              <p:cNvGrpSpPr/>
              <p:nvPr/>
            </p:nvGrpSpPr>
            <p:grpSpPr>
              <a:xfrm rot="5400000">
                <a:off x="3803751" y="3706602"/>
                <a:ext cx="73622" cy="55200"/>
                <a:chOff x="1549701" y="2124763"/>
                <a:chExt cx="73622" cy="55200"/>
              </a:xfrm>
            </p:grpSpPr>
            <p:sp>
              <p:nvSpPr>
                <p:cNvPr id="351" name="Google Shape;35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4" name="Google Shape;354;p16"/>
              <p:cNvGrpSpPr/>
              <p:nvPr/>
            </p:nvGrpSpPr>
            <p:grpSpPr>
              <a:xfrm rot="5400000">
                <a:off x="3935826" y="3706602"/>
                <a:ext cx="73622" cy="55200"/>
                <a:chOff x="1549701" y="2124763"/>
                <a:chExt cx="73622" cy="55200"/>
              </a:xfrm>
            </p:grpSpPr>
            <p:sp>
              <p:nvSpPr>
                <p:cNvPr id="355" name="Google Shape;35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8" name="Google Shape;358;p16"/>
              <p:cNvGrpSpPr/>
              <p:nvPr/>
            </p:nvGrpSpPr>
            <p:grpSpPr>
              <a:xfrm rot="5400000">
                <a:off x="4067901" y="3706602"/>
                <a:ext cx="73622" cy="55200"/>
                <a:chOff x="1549701" y="2124763"/>
                <a:chExt cx="73622" cy="55200"/>
              </a:xfrm>
            </p:grpSpPr>
            <p:sp>
              <p:nvSpPr>
                <p:cNvPr id="359" name="Google Shape;35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16"/>
              <p:cNvGrpSpPr/>
              <p:nvPr/>
            </p:nvGrpSpPr>
            <p:grpSpPr>
              <a:xfrm rot="5400000">
                <a:off x="4199976" y="3706602"/>
                <a:ext cx="73622" cy="55200"/>
                <a:chOff x="1549701" y="2124763"/>
                <a:chExt cx="73622" cy="55200"/>
              </a:xfrm>
            </p:grpSpPr>
            <p:sp>
              <p:nvSpPr>
                <p:cNvPr id="363" name="Google Shape;36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6" name="Google Shape;366;p16"/>
              <p:cNvGrpSpPr/>
              <p:nvPr/>
            </p:nvGrpSpPr>
            <p:grpSpPr>
              <a:xfrm rot="5400000">
                <a:off x="4332051" y="3706602"/>
                <a:ext cx="73622" cy="55200"/>
                <a:chOff x="1549701" y="2124763"/>
                <a:chExt cx="73622" cy="55200"/>
              </a:xfrm>
            </p:grpSpPr>
            <p:sp>
              <p:nvSpPr>
                <p:cNvPr id="367" name="Google Shape;36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0" name="Google Shape;370;p16"/>
              <p:cNvGrpSpPr/>
              <p:nvPr/>
            </p:nvGrpSpPr>
            <p:grpSpPr>
              <a:xfrm rot="5400000">
                <a:off x="4578851" y="3253827"/>
                <a:ext cx="73622" cy="55200"/>
                <a:chOff x="1549701" y="2124763"/>
                <a:chExt cx="73622" cy="55200"/>
              </a:xfrm>
            </p:grpSpPr>
            <p:sp>
              <p:nvSpPr>
                <p:cNvPr id="371" name="Google Shape;37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4" name="Google Shape;374;p16"/>
              <p:cNvGrpSpPr/>
              <p:nvPr/>
            </p:nvGrpSpPr>
            <p:grpSpPr>
              <a:xfrm rot="5400000">
                <a:off x="4710926" y="3253827"/>
                <a:ext cx="73622" cy="55200"/>
                <a:chOff x="1549701" y="2124763"/>
                <a:chExt cx="73622" cy="55200"/>
              </a:xfrm>
            </p:grpSpPr>
            <p:sp>
              <p:nvSpPr>
                <p:cNvPr id="375" name="Google Shape;37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8" name="Google Shape;378;p16"/>
              <p:cNvGrpSpPr/>
              <p:nvPr/>
            </p:nvGrpSpPr>
            <p:grpSpPr>
              <a:xfrm rot="5400000">
                <a:off x="4843001" y="3253827"/>
                <a:ext cx="73622" cy="55200"/>
                <a:chOff x="1549701" y="2124763"/>
                <a:chExt cx="73622" cy="55200"/>
              </a:xfrm>
            </p:grpSpPr>
            <p:sp>
              <p:nvSpPr>
                <p:cNvPr id="379" name="Google Shape;37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2" name="Google Shape;382;p16"/>
              <p:cNvGrpSpPr/>
              <p:nvPr/>
            </p:nvGrpSpPr>
            <p:grpSpPr>
              <a:xfrm rot="5400000">
                <a:off x="4975076" y="3253827"/>
                <a:ext cx="73622" cy="55200"/>
                <a:chOff x="1549701" y="2124763"/>
                <a:chExt cx="73622" cy="55200"/>
              </a:xfrm>
            </p:grpSpPr>
            <p:sp>
              <p:nvSpPr>
                <p:cNvPr id="383" name="Google Shape;38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6" name="Google Shape;386;p16"/>
              <p:cNvGrpSpPr/>
              <p:nvPr/>
            </p:nvGrpSpPr>
            <p:grpSpPr>
              <a:xfrm rot="5400000">
                <a:off x="5107151" y="3253827"/>
                <a:ext cx="73622" cy="55200"/>
                <a:chOff x="1549701" y="2124763"/>
                <a:chExt cx="73622" cy="55200"/>
              </a:xfrm>
            </p:grpSpPr>
            <p:sp>
              <p:nvSpPr>
                <p:cNvPr id="387" name="Google Shape;38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0" name="Google Shape;390;p16"/>
              <p:cNvGrpSpPr/>
              <p:nvPr/>
            </p:nvGrpSpPr>
            <p:grpSpPr>
              <a:xfrm rot="5400000">
                <a:off x="4578851" y="3404752"/>
                <a:ext cx="73622" cy="55200"/>
                <a:chOff x="1549701" y="2124763"/>
                <a:chExt cx="73622" cy="55200"/>
              </a:xfrm>
            </p:grpSpPr>
            <p:sp>
              <p:nvSpPr>
                <p:cNvPr id="391" name="Google Shape;39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4" name="Google Shape;394;p16"/>
              <p:cNvGrpSpPr/>
              <p:nvPr/>
            </p:nvGrpSpPr>
            <p:grpSpPr>
              <a:xfrm rot="5400000">
                <a:off x="4710926" y="3404752"/>
                <a:ext cx="73622" cy="55200"/>
                <a:chOff x="1549701" y="2124763"/>
                <a:chExt cx="73622" cy="55200"/>
              </a:xfrm>
            </p:grpSpPr>
            <p:sp>
              <p:nvSpPr>
                <p:cNvPr id="395" name="Google Shape;39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 name="Google Shape;398;p16"/>
              <p:cNvGrpSpPr/>
              <p:nvPr/>
            </p:nvGrpSpPr>
            <p:grpSpPr>
              <a:xfrm rot="5400000">
                <a:off x="4843001" y="3404752"/>
                <a:ext cx="73622" cy="55200"/>
                <a:chOff x="1549701" y="2124763"/>
                <a:chExt cx="73622" cy="55200"/>
              </a:xfrm>
            </p:grpSpPr>
            <p:sp>
              <p:nvSpPr>
                <p:cNvPr id="399" name="Google Shape;39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2" name="Google Shape;402;p16"/>
              <p:cNvGrpSpPr/>
              <p:nvPr/>
            </p:nvGrpSpPr>
            <p:grpSpPr>
              <a:xfrm rot="5400000">
                <a:off x="4975076" y="3404752"/>
                <a:ext cx="73622" cy="55200"/>
                <a:chOff x="1549701" y="2124763"/>
                <a:chExt cx="73622" cy="55200"/>
              </a:xfrm>
            </p:grpSpPr>
            <p:sp>
              <p:nvSpPr>
                <p:cNvPr id="403" name="Google Shape;40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p16"/>
              <p:cNvGrpSpPr/>
              <p:nvPr/>
            </p:nvGrpSpPr>
            <p:grpSpPr>
              <a:xfrm rot="5400000">
                <a:off x="5107151" y="3404752"/>
                <a:ext cx="73622" cy="55200"/>
                <a:chOff x="1549701" y="2124763"/>
                <a:chExt cx="73622" cy="55200"/>
              </a:xfrm>
            </p:grpSpPr>
            <p:sp>
              <p:nvSpPr>
                <p:cNvPr id="407" name="Google Shape;40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0" name="Google Shape;410;p16"/>
              <p:cNvGrpSpPr/>
              <p:nvPr/>
            </p:nvGrpSpPr>
            <p:grpSpPr>
              <a:xfrm rot="5400000">
                <a:off x="4578851" y="3555677"/>
                <a:ext cx="73622" cy="55200"/>
                <a:chOff x="1549701" y="2124763"/>
                <a:chExt cx="73622" cy="55200"/>
              </a:xfrm>
            </p:grpSpPr>
            <p:sp>
              <p:nvSpPr>
                <p:cNvPr id="411" name="Google Shape;41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4" name="Google Shape;414;p16"/>
              <p:cNvGrpSpPr/>
              <p:nvPr/>
            </p:nvGrpSpPr>
            <p:grpSpPr>
              <a:xfrm rot="5400000">
                <a:off x="4710926" y="3555677"/>
                <a:ext cx="73622" cy="55200"/>
                <a:chOff x="1549701" y="2124763"/>
                <a:chExt cx="73622" cy="55200"/>
              </a:xfrm>
            </p:grpSpPr>
            <p:sp>
              <p:nvSpPr>
                <p:cNvPr id="415" name="Google Shape;41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8" name="Google Shape;418;p16"/>
              <p:cNvGrpSpPr/>
              <p:nvPr/>
            </p:nvGrpSpPr>
            <p:grpSpPr>
              <a:xfrm rot="5400000">
                <a:off x="4843001" y="3555677"/>
                <a:ext cx="73622" cy="55200"/>
                <a:chOff x="1549701" y="2124763"/>
                <a:chExt cx="73622" cy="55200"/>
              </a:xfrm>
            </p:grpSpPr>
            <p:sp>
              <p:nvSpPr>
                <p:cNvPr id="419" name="Google Shape;41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2" name="Google Shape;422;p16"/>
              <p:cNvGrpSpPr/>
              <p:nvPr/>
            </p:nvGrpSpPr>
            <p:grpSpPr>
              <a:xfrm rot="5400000">
                <a:off x="4975076" y="3555677"/>
                <a:ext cx="73622" cy="55200"/>
                <a:chOff x="1549701" y="2124763"/>
                <a:chExt cx="73622" cy="55200"/>
              </a:xfrm>
            </p:grpSpPr>
            <p:sp>
              <p:nvSpPr>
                <p:cNvPr id="423" name="Google Shape;42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6" name="Google Shape;426;p16"/>
              <p:cNvGrpSpPr/>
              <p:nvPr/>
            </p:nvGrpSpPr>
            <p:grpSpPr>
              <a:xfrm rot="5400000">
                <a:off x="5107151" y="3555677"/>
                <a:ext cx="73622" cy="55200"/>
                <a:chOff x="1549701" y="2124763"/>
                <a:chExt cx="73622" cy="55200"/>
              </a:xfrm>
            </p:grpSpPr>
            <p:sp>
              <p:nvSpPr>
                <p:cNvPr id="427" name="Google Shape;42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0" name="Google Shape;430;p16"/>
              <p:cNvGrpSpPr/>
              <p:nvPr/>
            </p:nvGrpSpPr>
            <p:grpSpPr>
              <a:xfrm rot="5400000">
                <a:off x="4578851" y="3706602"/>
                <a:ext cx="73622" cy="55200"/>
                <a:chOff x="1549701" y="2124763"/>
                <a:chExt cx="73622" cy="55200"/>
              </a:xfrm>
            </p:grpSpPr>
            <p:sp>
              <p:nvSpPr>
                <p:cNvPr id="431" name="Google Shape;431;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4" name="Google Shape;434;p16"/>
              <p:cNvGrpSpPr/>
              <p:nvPr/>
            </p:nvGrpSpPr>
            <p:grpSpPr>
              <a:xfrm rot="5400000">
                <a:off x="4710926" y="3706602"/>
                <a:ext cx="73622" cy="55200"/>
                <a:chOff x="1549701" y="2124763"/>
                <a:chExt cx="73622" cy="55200"/>
              </a:xfrm>
            </p:grpSpPr>
            <p:sp>
              <p:nvSpPr>
                <p:cNvPr id="435" name="Google Shape;43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 name="Google Shape;438;p16"/>
              <p:cNvGrpSpPr/>
              <p:nvPr/>
            </p:nvGrpSpPr>
            <p:grpSpPr>
              <a:xfrm rot="5400000">
                <a:off x="4843001" y="3706602"/>
                <a:ext cx="73622" cy="55200"/>
                <a:chOff x="1549701" y="2124763"/>
                <a:chExt cx="73622" cy="55200"/>
              </a:xfrm>
            </p:grpSpPr>
            <p:sp>
              <p:nvSpPr>
                <p:cNvPr id="439" name="Google Shape;43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2" name="Google Shape;442;p16"/>
              <p:cNvGrpSpPr/>
              <p:nvPr/>
            </p:nvGrpSpPr>
            <p:grpSpPr>
              <a:xfrm rot="5400000">
                <a:off x="4975076" y="3706602"/>
                <a:ext cx="73622" cy="55200"/>
                <a:chOff x="1549701" y="2124763"/>
                <a:chExt cx="73622" cy="55200"/>
              </a:xfrm>
            </p:grpSpPr>
            <p:sp>
              <p:nvSpPr>
                <p:cNvPr id="443" name="Google Shape;44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6" name="Google Shape;446;p16"/>
              <p:cNvGrpSpPr/>
              <p:nvPr/>
            </p:nvGrpSpPr>
            <p:grpSpPr>
              <a:xfrm rot="5400000">
                <a:off x="5107151" y="3706602"/>
                <a:ext cx="73622" cy="55200"/>
                <a:chOff x="1549701" y="2124763"/>
                <a:chExt cx="73622" cy="55200"/>
              </a:xfrm>
            </p:grpSpPr>
            <p:sp>
              <p:nvSpPr>
                <p:cNvPr id="447" name="Google Shape;44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50" name="Google Shape;450;p16"/>
            <p:cNvSpPr/>
            <p:nvPr/>
          </p:nvSpPr>
          <p:spPr>
            <a:xfrm rot="10800000">
              <a:off x="4194662" y="288029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6"/>
            <p:cNvSpPr/>
            <p:nvPr/>
          </p:nvSpPr>
          <p:spPr>
            <a:xfrm rot="10800000">
              <a:off x="4343462" y="288029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6"/>
            <p:cNvSpPr/>
            <p:nvPr/>
          </p:nvSpPr>
          <p:spPr>
            <a:xfrm rot="10800000">
              <a:off x="4492262" y="288029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6"/>
            <p:cNvSpPr/>
            <p:nvPr/>
          </p:nvSpPr>
          <p:spPr>
            <a:xfrm rot="10800000">
              <a:off x="4641062" y="288029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4" name="Google Shape;454;p16"/>
            <p:cNvGrpSpPr/>
            <p:nvPr/>
          </p:nvGrpSpPr>
          <p:grpSpPr>
            <a:xfrm rot="-5400000">
              <a:off x="4232263" y="2783451"/>
              <a:ext cx="73622" cy="55200"/>
              <a:chOff x="1549701" y="2124763"/>
              <a:chExt cx="73622" cy="55200"/>
            </a:xfrm>
          </p:grpSpPr>
          <p:sp>
            <p:nvSpPr>
              <p:cNvPr id="455" name="Google Shape;455;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8" name="Google Shape;458;p16"/>
            <p:cNvGrpSpPr/>
            <p:nvPr/>
          </p:nvGrpSpPr>
          <p:grpSpPr>
            <a:xfrm rot="-5400000">
              <a:off x="4381063" y="2783451"/>
              <a:ext cx="73622" cy="55200"/>
              <a:chOff x="1549701" y="2124763"/>
              <a:chExt cx="73622" cy="55200"/>
            </a:xfrm>
          </p:grpSpPr>
          <p:sp>
            <p:nvSpPr>
              <p:cNvPr id="459" name="Google Shape;459;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2" name="Google Shape;462;p16"/>
            <p:cNvGrpSpPr/>
            <p:nvPr/>
          </p:nvGrpSpPr>
          <p:grpSpPr>
            <a:xfrm rot="-5400000">
              <a:off x="4529863" y="2783451"/>
              <a:ext cx="73622" cy="55200"/>
              <a:chOff x="1549701" y="2124763"/>
              <a:chExt cx="73622" cy="55200"/>
            </a:xfrm>
          </p:grpSpPr>
          <p:sp>
            <p:nvSpPr>
              <p:cNvPr id="463" name="Google Shape;463;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6" name="Google Shape;466;p16"/>
            <p:cNvGrpSpPr/>
            <p:nvPr/>
          </p:nvGrpSpPr>
          <p:grpSpPr>
            <a:xfrm rot="-5400000">
              <a:off x="4678663" y="2783451"/>
              <a:ext cx="73622" cy="55200"/>
              <a:chOff x="1549701" y="2124763"/>
              <a:chExt cx="73622" cy="55200"/>
            </a:xfrm>
          </p:grpSpPr>
          <p:sp>
            <p:nvSpPr>
              <p:cNvPr id="467" name="Google Shape;467;p16"/>
              <p:cNvSpPr/>
              <p:nvPr/>
            </p:nvSpPr>
            <p:spPr>
              <a:xfrm rot="10800000">
                <a:off x="1568123" y="2139234"/>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6"/>
              <p:cNvSpPr/>
              <p:nvPr/>
            </p:nvSpPr>
            <p:spPr>
              <a:xfrm rot="5400000">
                <a:off x="1543251" y="2131213"/>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6"/>
              <p:cNvSpPr/>
              <p:nvPr/>
            </p:nvSpPr>
            <p:spPr>
              <a:xfrm rot="5400000">
                <a:off x="1581252" y="2143663"/>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0" name="Google Shape;470;p16"/>
            <p:cNvGrpSpPr/>
            <p:nvPr/>
          </p:nvGrpSpPr>
          <p:grpSpPr>
            <a:xfrm>
              <a:off x="4205712" y="2569525"/>
              <a:ext cx="567900" cy="99988"/>
              <a:chOff x="4205712" y="2569525"/>
              <a:chExt cx="567900" cy="99988"/>
            </a:xfrm>
          </p:grpSpPr>
          <p:cxnSp>
            <p:nvCxnSpPr>
              <p:cNvPr id="471" name="Google Shape;471;p16"/>
              <p:cNvCxnSpPr/>
              <p:nvPr/>
            </p:nvCxnSpPr>
            <p:spPr>
              <a:xfrm>
                <a:off x="4440012" y="2569525"/>
                <a:ext cx="99300" cy="99300"/>
              </a:xfrm>
              <a:prstGeom prst="straightConnector1">
                <a:avLst/>
              </a:prstGeom>
              <a:noFill/>
              <a:ln cap="flat" cmpd="sng" w="9525">
                <a:solidFill>
                  <a:srgbClr val="661F08"/>
                </a:solidFill>
                <a:prstDash val="solid"/>
                <a:round/>
                <a:headEnd len="sm" w="sm" type="none"/>
                <a:tailEnd len="sm" w="sm" type="none"/>
              </a:ln>
            </p:spPr>
          </p:cxnSp>
          <p:cxnSp>
            <p:nvCxnSpPr>
              <p:cNvPr id="472" name="Google Shape;472;p16"/>
              <p:cNvCxnSpPr/>
              <p:nvPr/>
            </p:nvCxnSpPr>
            <p:spPr>
              <a:xfrm flipH="1">
                <a:off x="4440012" y="2570213"/>
                <a:ext cx="99300" cy="99300"/>
              </a:xfrm>
              <a:prstGeom prst="straightConnector1">
                <a:avLst/>
              </a:prstGeom>
              <a:noFill/>
              <a:ln cap="flat" cmpd="sng" w="9525">
                <a:solidFill>
                  <a:srgbClr val="661F08"/>
                </a:solidFill>
                <a:prstDash val="solid"/>
                <a:round/>
                <a:headEnd len="sm" w="sm" type="none"/>
                <a:tailEnd len="sm" w="sm" type="none"/>
              </a:ln>
            </p:spPr>
          </p:cxnSp>
          <p:sp>
            <p:nvSpPr>
              <p:cNvPr id="473" name="Google Shape;473;p16"/>
              <p:cNvSpPr/>
              <p:nvPr/>
            </p:nvSpPr>
            <p:spPr>
              <a:xfrm rot="10800000">
                <a:off x="4205712" y="2594625"/>
                <a:ext cx="567900" cy="49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4" name="Google Shape;474;p16"/>
            <p:cNvGrpSpPr/>
            <p:nvPr/>
          </p:nvGrpSpPr>
          <p:grpSpPr>
            <a:xfrm>
              <a:off x="5348000" y="2661715"/>
              <a:ext cx="146960" cy="449950"/>
              <a:chOff x="5171550" y="2571740"/>
              <a:chExt cx="146960" cy="449950"/>
            </a:xfrm>
          </p:grpSpPr>
          <p:grpSp>
            <p:nvGrpSpPr>
              <p:cNvPr id="475" name="Google Shape;475;p16"/>
              <p:cNvGrpSpPr/>
              <p:nvPr/>
            </p:nvGrpSpPr>
            <p:grpSpPr>
              <a:xfrm>
                <a:off x="5171550" y="2571740"/>
                <a:ext cx="146960" cy="148800"/>
                <a:chOff x="1476363" y="1622640"/>
                <a:chExt cx="146960" cy="148800"/>
              </a:xfrm>
            </p:grpSpPr>
            <p:sp>
              <p:nvSpPr>
                <p:cNvPr id="476" name="Google Shape;476;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16"/>
              <p:cNvGrpSpPr/>
              <p:nvPr/>
            </p:nvGrpSpPr>
            <p:grpSpPr>
              <a:xfrm>
                <a:off x="5171550" y="2722315"/>
                <a:ext cx="146960" cy="148800"/>
                <a:chOff x="1476363" y="1622640"/>
                <a:chExt cx="146960" cy="148800"/>
              </a:xfrm>
            </p:grpSpPr>
            <p:sp>
              <p:nvSpPr>
                <p:cNvPr id="485" name="Google Shape;485;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3" name="Google Shape;493;p16"/>
              <p:cNvGrpSpPr/>
              <p:nvPr/>
            </p:nvGrpSpPr>
            <p:grpSpPr>
              <a:xfrm>
                <a:off x="5171550" y="2872890"/>
                <a:ext cx="146960" cy="148800"/>
                <a:chOff x="1476363" y="1622640"/>
                <a:chExt cx="146960" cy="148800"/>
              </a:xfrm>
            </p:grpSpPr>
            <p:sp>
              <p:nvSpPr>
                <p:cNvPr id="494" name="Google Shape;494;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02" name="Google Shape;502;p16"/>
            <p:cNvGrpSpPr/>
            <p:nvPr/>
          </p:nvGrpSpPr>
          <p:grpSpPr>
            <a:xfrm>
              <a:off x="3968780" y="2200681"/>
              <a:ext cx="1046944" cy="211805"/>
              <a:chOff x="4155793" y="2200865"/>
              <a:chExt cx="1046944" cy="211805"/>
            </a:xfrm>
          </p:grpSpPr>
          <p:grpSp>
            <p:nvGrpSpPr>
              <p:cNvPr id="503" name="Google Shape;503;p16"/>
              <p:cNvGrpSpPr/>
              <p:nvPr/>
            </p:nvGrpSpPr>
            <p:grpSpPr>
              <a:xfrm>
                <a:off x="4155793" y="2265710"/>
                <a:ext cx="749325" cy="146960"/>
                <a:chOff x="3647130" y="2106722"/>
                <a:chExt cx="749325" cy="146960"/>
              </a:xfrm>
            </p:grpSpPr>
            <p:grpSp>
              <p:nvGrpSpPr>
                <p:cNvPr id="504" name="Google Shape;504;p16"/>
                <p:cNvGrpSpPr/>
                <p:nvPr/>
              </p:nvGrpSpPr>
              <p:grpSpPr>
                <a:xfrm rot="-5400000">
                  <a:off x="3648050" y="2105802"/>
                  <a:ext cx="146960" cy="148800"/>
                  <a:chOff x="1476363" y="1622640"/>
                  <a:chExt cx="146960" cy="148800"/>
                </a:xfrm>
              </p:grpSpPr>
              <p:sp>
                <p:nvSpPr>
                  <p:cNvPr id="505" name="Google Shape;505;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3" name="Google Shape;513;p16"/>
                <p:cNvGrpSpPr/>
                <p:nvPr/>
              </p:nvGrpSpPr>
              <p:grpSpPr>
                <a:xfrm rot="-5400000">
                  <a:off x="3798625" y="2105802"/>
                  <a:ext cx="146960" cy="148800"/>
                  <a:chOff x="1476363" y="1622640"/>
                  <a:chExt cx="146960" cy="148800"/>
                </a:xfrm>
              </p:grpSpPr>
              <p:sp>
                <p:nvSpPr>
                  <p:cNvPr id="514" name="Google Shape;514;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2" name="Google Shape;522;p16"/>
                <p:cNvGrpSpPr/>
                <p:nvPr/>
              </p:nvGrpSpPr>
              <p:grpSpPr>
                <a:xfrm rot="-5400000">
                  <a:off x="3949200" y="2105802"/>
                  <a:ext cx="146960" cy="148800"/>
                  <a:chOff x="1476363" y="1622640"/>
                  <a:chExt cx="146960" cy="148800"/>
                </a:xfrm>
              </p:grpSpPr>
              <p:sp>
                <p:nvSpPr>
                  <p:cNvPr id="523" name="Google Shape;523;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p16"/>
                <p:cNvGrpSpPr/>
                <p:nvPr/>
              </p:nvGrpSpPr>
              <p:grpSpPr>
                <a:xfrm rot="-5400000">
                  <a:off x="4098000" y="2105802"/>
                  <a:ext cx="146960" cy="148800"/>
                  <a:chOff x="1476363" y="1622640"/>
                  <a:chExt cx="146960" cy="148800"/>
                </a:xfrm>
              </p:grpSpPr>
              <p:sp>
                <p:nvSpPr>
                  <p:cNvPr id="532" name="Google Shape;532;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0" name="Google Shape;540;p16"/>
                <p:cNvGrpSpPr/>
                <p:nvPr/>
              </p:nvGrpSpPr>
              <p:grpSpPr>
                <a:xfrm rot="-5400000">
                  <a:off x="4248575" y="2105802"/>
                  <a:ext cx="146960" cy="148800"/>
                  <a:chOff x="1476363" y="1622640"/>
                  <a:chExt cx="146960" cy="148800"/>
                </a:xfrm>
              </p:grpSpPr>
              <p:sp>
                <p:nvSpPr>
                  <p:cNvPr id="541" name="Google Shape;541;p16"/>
                  <p:cNvSpPr/>
                  <p:nvPr/>
                </p:nvSpPr>
                <p:spPr>
                  <a:xfrm rot="10800000">
                    <a:off x="1568123" y="1680159"/>
                    <a:ext cx="55200" cy="26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16"/>
                  <p:cNvSpPr/>
                  <p:nvPr/>
                </p:nvSpPr>
                <p:spPr>
                  <a:xfrm rot="5400000">
                    <a:off x="1433463" y="1665540"/>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6"/>
                  <p:cNvSpPr/>
                  <p:nvPr/>
                </p:nvSpPr>
                <p:spPr>
                  <a:xfrm rot="5400000">
                    <a:off x="1543251" y="1672138"/>
                    <a:ext cx="55200" cy="423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6"/>
                  <p:cNvSpPr/>
                  <p:nvPr/>
                </p:nvSpPr>
                <p:spPr>
                  <a:xfrm rot="5400000">
                    <a:off x="1581252" y="1684588"/>
                    <a:ext cx="55200" cy="174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6"/>
                  <p:cNvSpPr/>
                  <p:nvPr/>
                </p:nvSpPr>
                <p:spPr>
                  <a:xfrm rot="5400000">
                    <a:off x="1445880" y="1691507"/>
                    <a:ext cx="106500" cy="111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6"/>
                  <p:cNvSpPr/>
                  <p:nvPr/>
                </p:nvSpPr>
                <p:spPr>
                  <a:xfrm rot="5400000">
                    <a:off x="1482627" y="1704074"/>
                    <a:ext cx="780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6"/>
                  <p:cNvSpPr/>
                  <p:nvPr/>
                </p:nvSpPr>
                <p:spPr>
                  <a:xfrm rot="5400000">
                    <a:off x="1513677" y="1644257"/>
                    <a:ext cx="15900" cy="15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6"/>
                  <p:cNvSpPr/>
                  <p:nvPr/>
                </p:nvSpPr>
                <p:spPr>
                  <a:xfrm rot="5400000">
                    <a:off x="1468428" y="1695971"/>
                    <a:ext cx="44400" cy="57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9" name="Google Shape;549;p16"/>
              <p:cNvSpPr/>
              <p:nvPr/>
            </p:nvSpPr>
            <p:spPr>
              <a:xfrm rot="10800000">
                <a:off x="4905137" y="2349665"/>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6"/>
              <p:cNvSpPr/>
              <p:nvPr/>
            </p:nvSpPr>
            <p:spPr>
              <a:xfrm rot="10800000">
                <a:off x="5053937" y="2349665"/>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6"/>
              <p:cNvSpPr/>
              <p:nvPr/>
            </p:nvSpPr>
            <p:spPr>
              <a:xfrm rot="-5400000">
                <a:off x="5096837" y="2243765"/>
                <a:ext cx="148800" cy="630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2" name="Google Shape;552;p16"/>
            <p:cNvGrpSpPr/>
            <p:nvPr/>
          </p:nvGrpSpPr>
          <p:grpSpPr>
            <a:xfrm flipH="1">
              <a:off x="6350998" y="1438348"/>
              <a:ext cx="148941" cy="2896707"/>
              <a:chOff x="2627996" y="1438348"/>
              <a:chExt cx="148941" cy="2896707"/>
            </a:xfrm>
          </p:grpSpPr>
          <p:grpSp>
            <p:nvGrpSpPr>
              <p:cNvPr id="553" name="Google Shape;553;p16"/>
              <p:cNvGrpSpPr/>
              <p:nvPr/>
            </p:nvGrpSpPr>
            <p:grpSpPr>
              <a:xfrm rot="5400000">
                <a:off x="2596563" y="1469781"/>
                <a:ext cx="211807" cy="148941"/>
                <a:chOff x="3036233" y="1962359"/>
                <a:chExt cx="2143800" cy="1507500"/>
              </a:xfrm>
            </p:grpSpPr>
            <p:sp>
              <p:nvSpPr>
                <p:cNvPr id="554" name="Google Shape;55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3" name="Google Shape;563;p16"/>
              <p:cNvGrpSpPr/>
              <p:nvPr/>
            </p:nvGrpSpPr>
            <p:grpSpPr>
              <a:xfrm rot="5400000">
                <a:off x="2596563" y="1743606"/>
                <a:ext cx="211807" cy="148941"/>
                <a:chOff x="3036233" y="1962359"/>
                <a:chExt cx="2143800" cy="1507500"/>
              </a:xfrm>
            </p:grpSpPr>
            <p:sp>
              <p:nvSpPr>
                <p:cNvPr id="564" name="Google Shape;56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3" name="Google Shape;573;p16"/>
              <p:cNvGrpSpPr/>
              <p:nvPr/>
            </p:nvGrpSpPr>
            <p:grpSpPr>
              <a:xfrm rot="5400000">
                <a:off x="2596563" y="2017431"/>
                <a:ext cx="211807" cy="148941"/>
                <a:chOff x="3036233" y="1962359"/>
                <a:chExt cx="2143800" cy="1507500"/>
              </a:xfrm>
            </p:grpSpPr>
            <p:sp>
              <p:nvSpPr>
                <p:cNvPr id="574" name="Google Shape;57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3" name="Google Shape;583;p16"/>
              <p:cNvGrpSpPr/>
              <p:nvPr/>
            </p:nvGrpSpPr>
            <p:grpSpPr>
              <a:xfrm rot="5400000">
                <a:off x="2596563" y="2291256"/>
                <a:ext cx="211807" cy="148941"/>
                <a:chOff x="3036233" y="1962359"/>
                <a:chExt cx="2143800" cy="1507500"/>
              </a:xfrm>
            </p:grpSpPr>
            <p:sp>
              <p:nvSpPr>
                <p:cNvPr id="584" name="Google Shape;58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3" name="Google Shape;593;p16"/>
              <p:cNvGrpSpPr/>
              <p:nvPr/>
            </p:nvGrpSpPr>
            <p:grpSpPr>
              <a:xfrm rot="5400000">
                <a:off x="2596563" y="2565081"/>
                <a:ext cx="211807" cy="148941"/>
                <a:chOff x="3036233" y="1962359"/>
                <a:chExt cx="2143800" cy="1507500"/>
              </a:xfrm>
            </p:grpSpPr>
            <p:sp>
              <p:nvSpPr>
                <p:cNvPr id="594" name="Google Shape;59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3" name="Google Shape;603;p16"/>
              <p:cNvGrpSpPr/>
              <p:nvPr/>
            </p:nvGrpSpPr>
            <p:grpSpPr>
              <a:xfrm rot="5400000">
                <a:off x="2596563" y="3059381"/>
                <a:ext cx="211807" cy="148941"/>
                <a:chOff x="3036233" y="1962359"/>
                <a:chExt cx="2143800" cy="1507500"/>
              </a:xfrm>
            </p:grpSpPr>
            <p:sp>
              <p:nvSpPr>
                <p:cNvPr id="604" name="Google Shape;60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3" name="Google Shape;613;p16"/>
              <p:cNvGrpSpPr/>
              <p:nvPr/>
            </p:nvGrpSpPr>
            <p:grpSpPr>
              <a:xfrm rot="5400000">
                <a:off x="2596563" y="3333206"/>
                <a:ext cx="211807" cy="148941"/>
                <a:chOff x="3036233" y="1962359"/>
                <a:chExt cx="2143800" cy="1507500"/>
              </a:xfrm>
            </p:grpSpPr>
            <p:sp>
              <p:nvSpPr>
                <p:cNvPr id="614" name="Google Shape;61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3" name="Google Shape;623;p16"/>
              <p:cNvGrpSpPr/>
              <p:nvPr/>
            </p:nvGrpSpPr>
            <p:grpSpPr>
              <a:xfrm rot="5400000">
                <a:off x="2596563" y="3607031"/>
                <a:ext cx="211807" cy="148941"/>
                <a:chOff x="3036233" y="1962359"/>
                <a:chExt cx="2143800" cy="1507500"/>
              </a:xfrm>
            </p:grpSpPr>
            <p:sp>
              <p:nvSpPr>
                <p:cNvPr id="624" name="Google Shape;62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3" name="Google Shape;633;p16"/>
              <p:cNvGrpSpPr/>
              <p:nvPr/>
            </p:nvGrpSpPr>
            <p:grpSpPr>
              <a:xfrm rot="5400000">
                <a:off x="2596563" y="3880856"/>
                <a:ext cx="211807" cy="148941"/>
                <a:chOff x="3036233" y="1962359"/>
                <a:chExt cx="2143800" cy="1507500"/>
              </a:xfrm>
            </p:grpSpPr>
            <p:sp>
              <p:nvSpPr>
                <p:cNvPr id="634" name="Google Shape;63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3" name="Google Shape;643;p16"/>
              <p:cNvGrpSpPr/>
              <p:nvPr/>
            </p:nvGrpSpPr>
            <p:grpSpPr>
              <a:xfrm rot="5400000">
                <a:off x="2596563" y="4154681"/>
                <a:ext cx="211807" cy="148941"/>
                <a:chOff x="3036233" y="1962359"/>
                <a:chExt cx="2143800" cy="1507500"/>
              </a:xfrm>
            </p:grpSpPr>
            <p:sp>
              <p:nvSpPr>
                <p:cNvPr id="644" name="Google Shape;644;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53" name="Google Shape;653;p16"/>
            <p:cNvGrpSpPr/>
            <p:nvPr/>
          </p:nvGrpSpPr>
          <p:grpSpPr>
            <a:xfrm rot="5400000">
              <a:off x="4455972" y="64460"/>
              <a:ext cx="148941" cy="2896707"/>
              <a:chOff x="2627996" y="1438348"/>
              <a:chExt cx="148941" cy="2896707"/>
            </a:xfrm>
          </p:grpSpPr>
          <p:grpSp>
            <p:nvGrpSpPr>
              <p:cNvPr id="654" name="Google Shape;654;p16"/>
              <p:cNvGrpSpPr/>
              <p:nvPr/>
            </p:nvGrpSpPr>
            <p:grpSpPr>
              <a:xfrm rot="5400000">
                <a:off x="2596563" y="1469781"/>
                <a:ext cx="211807" cy="148941"/>
                <a:chOff x="3036233" y="1962359"/>
                <a:chExt cx="2143800" cy="1507500"/>
              </a:xfrm>
            </p:grpSpPr>
            <p:sp>
              <p:nvSpPr>
                <p:cNvPr id="655" name="Google Shape;65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4" name="Google Shape;664;p16"/>
              <p:cNvGrpSpPr/>
              <p:nvPr/>
            </p:nvGrpSpPr>
            <p:grpSpPr>
              <a:xfrm rot="5400000">
                <a:off x="2596563" y="1743606"/>
                <a:ext cx="211807" cy="148941"/>
                <a:chOff x="3036233" y="1962359"/>
                <a:chExt cx="2143800" cy="1507500"/>
              </a:xfrm>
            </p:grpSpPr>
            <p:sp>
              <p:nvSpPr>
                <p:cNvPr id="665" name="Google Shape;66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4" name="Google Shape;674;p16"/>
              <p:cNvGrpSpPr/>
              <p:nvPr/>
            </p:nvGrpSpPr>
            <p:grpSpPr>
              <a:xfrm rot="5400000">
                <a:off x="2596563" y="2017431"/>
                <a:ext cx="211807" cy="148941"/>
                <a:chOff x="3036233" y="1962359"/>
                <a:chExt cx="2143800" cy="1507500"/>
              </a:xfrm>
            </p:grpSpPr>
            <p:sp>
              <p:nvSpPr>
                <p:cNvPr id="675" name="Google Shape;67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4" name="Google Shape;684;p16"/>
              <p:cNvGrpSpPr/>
              <p:nvPr/>
            </p:nvGrpSpPr>
            <p:grpSpPr>
              <a:xfrm rot="5400000">
                <a:off x="2596563" y="2291256"/>
                <a:ext cx="211807" cy="148941"/>
                <a:chOff x="3036233" y="1962359"/>
                <a:chExt cx="2143800" cy="1507500"/>
              </a:xfrm>
            </p:grpSpPr>
            <p:sp>
              <p:nvSpPr>
                <p:cNvPr id="685" name="Google Shape;68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4" name="Google Shape;694;p16"/>
              <p:cNvGrpSpPr/>
              <p:nvPr/>
            </p:nvGrpSpPr>
            <p:grpSpPr>
              <a:xfrm rot="5400000">
                <a:off x="2596563" y="2565081"/>
                <a:ext cx="211807" cy="148941"/>
                <a:chOff x="3036233" y="1962359"/>
                <a:chExt cx="2143800" cy="1507500"/>
              </a:xfrm>
            </p:grpSpPr>
            <p:sp>
              <p:nvSpPr>
                <p:cNvPr id="695" name="Google Shape;69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4" name="Google Shape;704;p16"/>
              <p:cNvGrpSpPr/>
              <p:nvPr/>
            </p:nvGrpSpPr>
            <p:grpSpPr>
              <a:xfrm rot="5400000">
                <a:off x="2596563" y="3059381"/>
                <a:ext cx="211807" cy="148941"/>
                <a:chOff x="3036233" y="1962359"/>
                <a:chExt cx="2143800" cy="1507500"/>
              </a:xfrm>
            </p:grpSpPr>
            <p:sp>
              <p:nvSpPr>
                <p:cNvPr id="705" name="Google Shape;70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4" name="Google Shape;714;p16"/>
              <p:cNvGrpSpPr/>
              <p:nvPr/>
            </p:nvGrpSpPr>
            <p:grpSpPr>
              <a:xfrm rot="5400000">
                <a:off x="2596563" y="3333206"/>
                <a:ext cx="211807" cy="148941"/>
                <a:chOff x="3036233" y="1962359"/>
                <a:chExt cx="2143800" cy="1507500"/>
              </a:xfrm>
            </p:grpSpPr>
            <p:sp>
              <p:nvSpPr>
                <p:cNvPr id="715" name="Google Shape;71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4" name="Google Shape;724;p16"/>
              <p:cNvGrpSpPr/>
              <p:nvPr/>
            </p:nvGrpSpPr>
            <p:grpSpPr>
              <a:xfrm rot="5400000">
                <a:off x="2596563" y="3607031"/>
                <a:ext cx="211807" cy="148941"/>
                <a:chOff x="3036233" y="1962359"/>
                <a:chExt cx="2143800" cy="1507500"/>
              </a:xfrm>
            </p:grpSpPr>
            <p:sp>
              <p:nvSpPr>
                <p:cNvPr id="725" name="Google Shape;72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4" name="Google Shape;734;p16"/>
              <p:cNvGrpSpPr/>
              <p:nvPr/>
            </p:nvGrpSpPr>
            <p:grpSpPr>
              <a:xfrm rot="5400000">
                <a:off x="2596563" y="3880856"/>
                <a:ext cx="211807" cy="148941"/>
                <a:chOff x="3036233" y="1962359"/>
                <a:chExt cx="2143800" cy="1507500"/>
              </a:xfrm>
            </p:grpSpPr>
            <p:sp>
              <p:nvSpPr>
                <p:cNvPr id="735" name="Google Shape;73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4" name="Google Shape;744;p16"/>
              <p:cNvGrpSpPr/>
              <p:nvPr/>
            </p:nvGrpSpPr>
            <p:grpSpPr>
              <a:xfrm rot="5400000">
                <a:off x="2596563" y="4154681"/>
                <a:ext cx="211807" cy="148941"/>
                <a:chOff x="3036233" y="1962359"/>
                <a:chExt cx="2143800" cy="1507500"/>
              </a:xfrm>
            </p:grpSpPr>
            <p:sp>
              <p:nvSpPr>
                <p:cNvPr id="745" name="Google Shape;745;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54" name="Google Shape;754;p16"/>
            <p:cNvGrpSpPr/>
            <p:nvPr/>
          </p:nvGrpSpPr>
          <p:grpSpPr>
            <a:xfrm rot="-5400000">
              <a:off x="4455972" y="2812237"/>
              <a:ext cx="148941" cy="2896707"/>
              <a:chOff x="2627996" y="1438348"/>
              <a:chExt cx="148941" cy="2896707"/>
            </a:xfrm>
          </p:grpSpPr>
          <p:grpSp>
            <p:nvGrpSpPr>
              <p:cNvPr id="755" name="Google Shape;755;p16"/>
              <p:cNvGrpSpPr/>
              <p:nvPr/>
            </p:nvGrpSpPr>
            <p:grpSpPr>
              <a:xfrm rot="5400000">
                <a:off x="2596563" y="1469781"/>
                <a:ext cx="211807" cy="148941"/>
                <a:chOff x="3036233" y="1962359"/>
                <a:chExt cx="2143800" cy="1507500"/>
              </a:xfrm>
            </p:grpSpPr>
            <p:sp>
              <p:nvSpPr>
                <p:cNvPr id="756" name="Google Shape;75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5" name="Google Shape;765;p16"/>
              <p:cNvGrpSpPr/>
              <p:nvPr/>
            </p:nvGrpSpPr>
            <p:grpSpPr>
              <a:xfrm rot="5400000">
                <a:off x="2596563" y="1743606"/>
                <a:ext cx="211807" cy="148941"/>
                <a:chOff x="3036233" y="1962359"/>
                <a:chExt cx="2143800" cy="1507500"/>
              </a:xfrm>
            </p:grpSpPr>
            <p:sp>
              <p:nvSpPr>
                <p:cNvPr id="766" name="Google Shape;76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5" name="Google Shape;775;p16"/>
              <p:cNvGrpSpPr/>
              <p:nvPr/>
            </p:nvGrpSpPr>
            <p:grpSpPr>
              <a:xfrm rot="5400000">
                <a:off x="2596563" y="2017431"/>
                <a:ext cx="211807" cy="148941"/>
                <a:chOff x="3036233" y="1962359"/>
                <a:chExt cx="2143800" cy="1507500"/>
              </a:xfrm>
            </p:grpSpPr>
            <p:sp>
              <p:nvSpPr>
                <p:cNvPr id="776" name="Google Shape;77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5" name="Google Shape;785;p16"/>
              <p:cNvGrpSpPr/>
              <p:nvPr/>
            </p:nvGrpSpPr>
            <p:grpSpPr>
              <a:xfrm rot="5400000">
                <a:off x="2596563" y="2291256"/>
                <a:ext cx="211807" cy="148941"/>
                <a:chOff x="3036233" y="1962359"/>
                <a:chExt cx="2143800" cy="1507500"/>
              </a:xfrm>
            </p:grpSpPr>
            <p:sp>
              <p:nvSpPr>
                <p:cNvPr id="786" name="Google Shape;78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5" name="Google Shape;795;p16"/>
              <p:cNvGrpSpPr/>
              <p:nvPr/>
            </p:nvGrpSpPr>
            <p:grpSpPr>
              <a:xfrm rot="5400000">
                <a:off x="2596563" y="2565081"/>
                <a:ext cx="211807" cy="148941"/>
                <a:chOff x="3036233" y="1962359"/>
                <a:chExt cx="2143800" cy="1507500"/>
              </a:xfrm>
            </p:grpSpPr>
            <p:sp>
              <p:nvSpPr>
                <p:cNvPr id="796" name="Google Shape;79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5" name="Google Shape;805;p16"/>
              <p:cNvGrpSpPr/>
              <p:nvPr/>
            </p:nvGrpSpPr>
            <p:grpSpPr>
              <a:xfrm rot="5400000">
                <a:off x="2596563" y="3059381"/>
                <a:ext cx="211807" cy="148941"/>
                <a:chOff x="3036233" y="1962359"/>
                <a:chExt cx="2143800" cy="1507500"/>
              </a:xfrm>
            </p:grpSpPr>
            <p:sp>
              <p:nvSpPr>
                <p:cNvPr id="806" name="Google Shape;80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5" name="Google Shape;815;p16"/>
              <p:cNvGrpSpPr/>
              <p:nvPr/>
            </p:nvGrpSpPr>
            <p:grpSpPr>
              <a:xfrm rot="5400000">
                <a:off x="2596563" y="3333206"/>
                <a:ext cx="211807" cy="148941"/>
                <a:chOff x="3036233" y="1962359"/>
                <a:chExt cx="2143800" cy="1507500"/>
              </a:xfrm>
            </p:grpSpPr>
            <p:sp>
              <p:nvSpPr>
                <p:cNvPr id="816" name="Google Shape;81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5" name="Google Shape;825;p16"/>
              <p:cNvGrpSpPr/>
              <p:nvPr/>
            </p:nvGrpSpPr>
            <p:grpSpPr>
              <a:xfrm rot="5400000">
                <a:off x="2596563" y="3607031"/>
                <a:ext cx="211807" cy="148941"/>
                <a:chOff x="3036233" y="1962359"/>
                <a:chExt cx="2143800" cy="1507500"/>
              </a:xfrm>
            </p:grpSpPr>
            <p:sp>
              <p:nvSpPr>
                <p:cNvPr id="826" name="Google Shape;82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5" name="Google Shape;835;p16"/>
              <p:cNvGrpSpPr/>
              <p:nvPr/>
            </p:nvGrpSpPr>
            <p:grpSpPr>
              <a:xfrm rot="5400000">
                <a:off x="2596563" y="3880856"/>
                <a:ext cx="211807" cy="148941"/>
                <a:chOff x="3036233" y="1962359"/>
                <a:chExt cx="2143800" cy="1507500"/>
              </a:xfrm>
            </p:grpSpPr>
            <p:sp>
              <p:nvSpPr>
                <p:cNvPr id="836" name="Google Shape;83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5" name="Google Shape;845;p16"/>
              <p:cNvGrpSpPr/>
              <p:nvPr/>
            </p:nvGrpSpPr>
            <p:grpSpPr>
              <a:xfrm rot="5400000">
                <a:off x="2596563" y="4154681"/>
                <a:ext cx="211807" cy="148941"/>
                <a:chOff x="3036233" y="1962359"/>
                <a:chExt cx="2143800" cy="1507500"/>
              </a:xfrm>
            </p:grpSpPr>
            <p:sp>
              <p:nvSpPr>
                <p:cNvPr id="846" name="Google Shape;846;p16"/>
                <p:cNvSpPr/>
                <p:nvPr/>
              </p:nvSpPr>
              <p:spPr>
                <a:xfrm rot="5400000">
                  <a:off x="4108223" y="2128965"/>
                  <a:ext cx="558900" cy="2685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6"/>
                <p:cNvSpPr/>
                <p:nvPr/>
              </p:nvSpPr>
              <p:spPr>
                <a:xfrm>
                  <a:off x="3672533" y="28335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6"/>
                <p:cNvSpPr/>
                <p:nvPr/>
              </p:nvSpPr>
              <p:spPr>
                <a:xfrm>
                  <a:off x="4108251" y="2300781"/>
                  <a:ext cx="558900" cy="4269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6"/>
                <p:cNvSpPr/>
                <p:nvPr/>
              </p:nvSpPr>
              <p:spPr>
                <a:xfrm>
                  <a:off x="4108251" y="2042175"/>
                  <a:ext cx="558900" cy="174600"/>
                </a:xfrm>
                <a:prstGeom prst="roundRect">
                  <a:avLst>
                    <a:gd fmla="val 16667" name="adj"/>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6"/>
                <p:cNvSpPr/>
                <p:nvPr/>
              </p:nvSpPr>
              <p:spPr>
                <a:xfrm>
                  <a:off x="3886778" y="3184606"/>
                  <a:ext cx="1079100" cy="1134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6"/>
                <p:cNvSpPr/>
                <p:nvPr/>
              </p:nvSpPr>
              <p:spPr>
                <a:xfrm>
                  <a:off x="4177944" y="2937158"/>
                  <a:ext cx="7881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6"/>
                <p:cNvSpPr/>
                <p:nvPr/>
              </p:nvSpPr>
              <p:spPr>
                <a:xfrm>
                  <a:off x="3886778" y="2937158"/>
                  <a:ext cx="160800" cy="1518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6"/>
                <p:cNvSpPr/>
                <p:nvPr/>
              </p:nvSpPr>
              <p:spPr>
                <a:xfrm>
                  <a:off x="4218908" y="3297981"/>
                  <a:ext cx="448200" cy="582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6"/>
                <p:cNvSpPr/>
                <p:nvPr/>
              </p:nvSpPr>
              <p:spPr>
                <a:xfrm rot="5400000">
                  <a:off x="2600633" y="2397959"/>
                  <a:ext cx="1507500" cy="636300"/>
                </a:xfrm>
                <a:prstGeom prst="rect">
                  <a:avLst/>
                </a:prstGeom>
                <a:solidFill>
                  <a:srgbClr val="FFFCF7"/>
                </a:solidFill>
                <a:ln cap="flat" cmpd="sng" w="9525">
                  <a:solidFill>
                    <a:srgbClr val="661F0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55" name="Google Shape;855;p16"/>
            <p:cNvSpPr txBox="1"/>
            <p:nvPr/>
          </p:nvSpPr>
          <p:spPr>
            <a:xfrm>
              <a:off x="4037899" y="1917904"/>
              <a:ext cx="908700" cy="3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rPr b="0" i="0" lang="en" sz="800" u="none" cap="none" strike="noStrike">
                  <a:solidFill>
                    <a:srgbClr val="661F08"/>
                  </a:solidFill>
                  <a:latin typeface="Inter"/>
                  <a:ea typeface="Inter"/>
                  <a:cs typeface="Inter"/>
                  <a:sym typeface="Inter"/>
                </a:rPr>
                <a:t>Area Juri</a:t>
              </a:r>
              <a:endParaRPr b="0" i="0" sz="800" u="none" cap="none" strike="noStrike">
                <a:solidFill>
                  <a:srgbClr val="661F08"/>
                </a:solidFill>
                <a:latin typeface="Inter"/>
                <a:ea typeface="Inter"/>
                <a:cs typeface="Inter"/>
                <a:sym typeface="Inter"/>
              </a:endParaRPr>
            </a:p>
          </p:txBody>
        </p:sp>
        <p:sp>
          <p:nvSpPr>
            <p:cNvPr id="856" name="Google Shape;856;p16"/>
            <p:cNvSpPr txBox="1"/>
            <p:nvPr/>
          </p:nvSpPr>
          <p:spPr>
            <a:xfrm rot="5400000">
              <a:off x="5191349" y="2735938"/>
              <a:ext cx="908700" cy="3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rPr b="0" i="0" lang="en" sz="800" u="none" cap="none" strike="noStrike">
                  <a:solidFill>
                    <a:srgbClr val="661F08"/>
                  </a:solidFill>
                  <a:latin typeface="Inter"/>
                  <a:ea typeface="Inter"/>
                  <a:cs typeface="Inter"/>
                  <a:sym typeface="Inter"/>
                </a:rPr>
                <a:t>Area Teknisi</a:t>
              </a:r>
              <a:endParaRPr b="0" i="0" sz="800" u="none" cap="none" strike="noStrike">
                <a:solidFill>
                  <a:srgbClr val="661F08"/>
                </a:solidFill>
                <a:latin typeface="Inter"/>
                <a:ea typeface="Inter"/>
                <a:cs typeface="Inter"/>
                <a:sym typeface="Inter"/>
              </a:endParaRPr>
            </a:p>
          </p:txBody>
        </p:sp>
        <p:sp>
          <p:nvSpPr>
            <p:cNvPr id="857" name="Google Shape;857;p16"/>
            <p:cNvSpPr txBox="1"/>
            <p:nvPr/>
          </p:nvSpPr>
          <p:spPr>
            <a:xfrm>
              <a:off x="4037899" y="2941945"/>
              <a:ext cx="908700" cy="3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rPr b="0" i="0" lang="en" sz="800" u="none" cap="none" strike="noStrike">
                  <a:solidFill>
                    <a:srgbClr val="661F08"/>
                  </a:solidFill>
                  <a:latin typeface="Inter"/>
                  <a:ea typeface="Inter"/>
                  <a:cs typeface="Inter"/>
                  <a:sym typeface="Inter"/>
                </a:rPr>
                <a:t>Area Briefing</a:t>
              </a:r>
              <a:endParaRPr b="0" i="0" sz="800" u="none" cap="none" strike="noStrike">
                <a:solidFill>
                  <a:srgbClr val="661F08"/>
                </a:solidFill>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861" name="Shape 861"/>
        <p:cNvGrpSpPr/>
        <p:nvPr/>
      </p:nvGrpSpPr>
      <p:grpSpPr>
        <a:xfrm>
          <a:off x="0" y="0"/>
          <a:ext cx="0" cy="0"/>
          <a:chOff x="0" y="0"/>
          <a:chExt cx="0" cy="0"/>
        </a:xfrm>
      </p:grpSpPr>
      <p:sp>
        <p:nvSpPr>
          <p:cNvPr id="862" name="Google Shape;862;p17"/>
          <p:cNvSpPr txBox="1"/>
          <p:nvPr/>
        </p:nvSpPr>
        <p:spPr>
          <a:xfrm>
            <a:off x="433260" y="1145633"/>
            <a:ext cx="2120100" cy="2014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Alat yang telah disediakan oleh peserta masing-masing dan melakukan konfirmasi alat dengan juri pada saat pelaksanaan LKSN TDG.</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Peserta diberikan waktu familiarisasi fasilitas lomba</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sebelum lomba dilaksanakan</a:t>
            </a:r>
            <a:br>
              <a:rPr b="0" i="0" lang="en" sz="1100" u="none" cap="none" strike="noStrike">
                <a:solidFill>
                  <a:srgbClr val="661F08"/>
                </a:solidFill>
                <a:latin typeface="Inter"/>
                <a:ea typeface="Inter"/>
                <a:cs typeface="Inter"/>
                <a:sym typeface="Inter"/>
              </a:rPr>
            </a:br>
            <a:r>
              <a:rPr b="0" i="0" lang="en" sz="1100" u="none" cap="none" strike="noStrike">
                <a:solidFill>
                  <a:srgbClr val="661F08"/>
                </a:solidFill>
                <a:latin typeface="Inter"/>
                <a:ea typeface="Inter"/>
                <a:cs typeface="Inter"/>
                <a:sym typeface="Inter"/>
              </a:rPr>
              <a:t>(maksimal 2 jam).</a:t>
            </a:r>
            <a:endParaRPr b="0" i="0" sz="1100" u="none" cap="none" strike="noStrike">
              <a:solidFill>
                <a:srgbClr val="661F08"/>
              </a:solidFill>
              <a:latin typeface="Inter"/>
              <a:ea typeface="Inter"/>
              <a:cs typeface="Inter"/>
              <a:sym typeface="Inter"/>
            </a:endParaRPr>
          </a:p>
        </p:txBody>
      </p:sp>
      <p:graphicFrame>
        <p:nvGraphicFramePr>
          <p:cNvPr id="863" name="Google Shape;863;p17"/>
          <p:cNvGraphicFramePr/>
          <p:nvPr/>
        </p:nvGraphicFramePr>
        <p:xfrm>
          <a:off x="2746839" y="880884"/>
          <a:ext cx="3000000" cy="3000000"/>
        </p:xfrm>
        <a:graphic>
          <a:graphicData uri="http://schemas.openxmlformats.org/drawingml/2006/table">
            <a:tbl>
              <a:tblPr bandRow="1">
                <a:noFill/>
                <a:tableStyleId>{5F33B694-2DE7-4DB5-9077-2928E63CEDD3}</a:tableStyleId>
              </a:tblPr>
              <a:tblGrid>
                <a:gridCol w="395125"/>
                <a:gridCol w="1354250"/>
                <a:gridCol w="1084600"/>
                <a:gridCol w="3238600"/>
              </a:tblGrid>
              <a:tr h="160475">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a:ea typeface="Inter"/>
                          <a:cs typeface="Inter"/>
                          <a:sym typeface="Inter"/>
                        </a:rPr>
                        <a:t>NO</a:t>
                      </a:r>
                      <a:endParaRPr b="1" sz="600" u="none" cap="none" strike="noStrike">
                        <a:solidFill>
                          <a:schemeClr val="lt1"/>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ALAT</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QTY</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DESKRIPSI</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r>
              <a:tr h="13560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1</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Komputer 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Rekomendasi Spesifikasi:</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Macintosh:</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OS: macOS 15.3.1 Sequoia  |  Processor: Apple Silicon M4 Pro   |   RAM: 16 GB   |   Monitor: 1 x 2K display with 2560 x 1440 px   |  Storage: 256 GB SSD</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Windows:</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OS: Windows 11   |   Processor: Multicore Intel processor 64-bit or AMD Athlon 64®   |   RAM: 16GB   |   VRAM: 2 GB or more   |   Monitor: 1 x 2K display with 2560 x 1440 px   |   Storage: 256 GB SSD</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Dipersilahkan peserta menggunakan 1 x Monitor tambahan untuk penunjang kompetisi.</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58750">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2</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Keyboard</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Dibebaskan, selama berkabel (tidak wireless).</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3</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Mouse</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Dibebaskan, selama berkabel (tidak wireless).</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4</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Headphone/Earphone</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Dibebaskan, selama berkabel (tidak wireless).</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5</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Webcam Monitoring &amp; Komunikasi 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C920 HD PRO WEBCAM Full HD 1080p video calling with stereo audio</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6</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Tripod Webcam</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Tripod Webcam 75 cm</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7</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Kabel LAN</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5 Meter</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423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8</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Scanner</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Scanner A4 Canon LiDE 300</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bl>
          </a:graphicData>
        </a:graphic>
      </p:graphicFrame>
      <p:sp>
        <p:nvSpPr>
          <p:cNvPr id="864" name="Google Shape;864;p17"/>
          <p:cNvSpPr txBox="1"/>
          <p:nvPr/>
        </p:nvSpPr>
        <p:spPr>
          <a:xfrm>
            <a:off x="309475" y="216425"/>
            <a:ext cx="81201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Daftar Kebutuhan Alat Peserta</a:t>
            </a:r>
            <a:endParaRPr b="1" i="0" sz="2600" u="none" cap="none" strike="noStrike">
              <a:solidFill>
                <a:srgbClr val="661F08"/>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868" name="Shape 868"/>
        <p:cNvGrpSpPr/>
        <p:nvPr/>
      </p:nvGrpSpPr>
      <p:grpSpPr>
        <a:xfrm>
          <a:off x="0" y="0"/>
          <a:ext cx="0" cy="0"/>
          <a:chOff x="0" y="0"/>
          <a:chExt cx="0" cy="0"/>
        </a:xfrm>
      </p:grpSpPr>
      <p:sp>
        <p:nvSpPr>
          <p:cNvPr id="869" name="Google Shape;869;p18"/>
          <p:cNvSpPr txBox="1"/>
          <p:nvPr/>
        </p:nvSpPr>
        <p:spPr>
          <a:xfrm>
            <a:off x="433260" y="1145633"/>
            <a:ext cx="2120100" cy="4563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Clr>
                <a:schemeClr val="dk1"/>
              </a:buClr>
              <a:buSzPts val="1100"/>
              <a:buFont typeface="Arial"/>
              <a:buNone/>
            </a:pPr>
            <a:r>
              <a:rPr b="0" i="0" lang="en" sz="1100" u="none" cap="none" strike="noStrike">
                <a:solidFill>
                  <a:srgbClr val="661F08"/>
                </a:solidFill>
                <a:latin typeface="Inter"/>
                <a:ea typeface="Inter"/>
                <a:cs typeface="Inter"/>
                <a:sym typeface="Inter"/>
              </a:rPr>
              <a:t>Bahan yang dipersiapkan </a:t>
            </a:r>
            <a:endParaRPr b="0" i="0" sz="11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oleh peserta meliputi:</a:t>
            </a:r>
            <a:endParaRPr b="0" i="0" sz="1100" u="none" cap="none" strike="noStrike">
              <a:solidFill>
                <a:srgbClr val="661F08"/>
              </a:solidFill>
              <a:latin typeface="Inter"/>
              <a:ea typeface="Inter"/>
              <a:cs typeface="Inter"/>
              <a:sym typeface="Inter"/>
            </a:endParaRPr>
          </a:p>
        </p:txBody>
      </p:sp>
      <p:sp>
        <p:nvSpPr>
          <p:cNvPr id="870" name="Google Shape;870;p18"/>
          <p:cNvSpPr txBox="1"/>
          <p:nvPr/>
        </p:nvSpPr>
        <p:spPr>
          <a:xfrm>
            <a:off x="309475" y="216425"/>
            <a:ext cx="81201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Daftar Kebutuhan Bahan Peserta</a:t>
            </a:r>
            <a:endParaRPr b="1" i="0" sz="2600" u="none" cap="none" strike="noStrike">
              <a:solidFill>
                <a:srgbClr val="661F08"/>
              </a:solidFill>
              <a:latin typeface="Inter"/>
              <a:ea typeface="Inter"/>
              <a:cs typeface="Inter"/>
              <a:sym typeface="Inter"/>
            </a:endParaRPr>
          </a:p>
        </p:txBody>
      </p:sp>
      <p:graphicFrame>
        <p:nvGraphicFramePr>
          <p:cNvPr id="871" name="Google Shape;871;p18"/>
          <p:cNvGraphicFramePr/>
          <p:nvPr/>
        </p:nvGraphicFramePr>
        <p:xfrm>
          <a:off x="2746839" y="880884"/>
          <a:ext cx="3000000" cy="3000000"/>
        </p:xfrm>
        <a:graphic>
          <a:graphicData uri="http://schemas.openxmlformats.org/drawingml/2006/table">
            <a:tbl>
              <a:tblPr bandRow="1">
                <a:noFill/>
                <a:tableStyleId>{5F33B694-2DE7-4DB5-9077-2928E63CEDD3}</a:tableStyleId>
              </a:tblPr>
              <a:tblGrid>
                <a:gridCol w="393225"/>
                <a:gridCol w="1347725"/>
                <a:gridCol w="1079375"/>
                <a:gridCol w="3222975"/>
              </a:tblGrid>
              <a:tr h="166525">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a:ea typeface="Inter"/>
                          <a:cs typeface="Inter"/>
                          <a:sym typeface="Inter"/>
                        </a:rPr>
                        <a:t>NO</a:t>
                      </a:r>
                      <a:endParaRPr b="1" sz="600" u="none" cap="none" strike="noStrike">
                        <a:solidFill>
                          <a:schemeClr val="lt1"/>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ALAT</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QTY</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solidFill>
                            <a:schemeClr val="lt1"/>
                          </a:solidFill>
                          <a:latin typeface="Inter SemiBold"/>
                          <a:ea typeface="Inter SemiBold"/>
                          <a:cs typeface="Inter SemiBold"/>
                          <a:sym typeface="Inter SemiBold"/>
                        </a:rPr>
                        <a:t>DESKRIPSI</a:t>
                      </a:r>
                      <a:endParaRPr b="1" sz="6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r>
              <a:tr h="6408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1</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Adobe Creative Cloud Family Trial 7-Days</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Adobe Photoshop</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Adobe Illustrator</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Adobe InDesign</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Adobe Acrobat</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2</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Figma Free Version</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Akun disiapkan oleh 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45547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3</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Browser</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Pilih salah satu:</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 Google Chrome</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 Microsoft Edge</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Mozilla Firefox</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62000">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4</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Microsoft Office 365 Home/Educaiton</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 Office Word</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chemeClr val="dk1"/>
                        </a:buClr>
                        <a:buSzPts val="1100"/>
                        <a:buFont typeface="Arial"/>
                        <a:buNone/>
                      </a:pPr>
                      <a:r>
                        <a:rPr lang="en" sz="600" u="none" cap="none" strike="noStrike">
                          <a:solidFill>
                            <a:srgbClr val="661F08"/>
                          </a:solidFill>
                          <a:latin typeface="Inter"/>
                          <a:ea typeface="Inter"/>
                          <a:cs typeface="Inter"/>
                          <a:sym typeface="Inter"/>
                        </a:rPr>
                        <a:t>- Office Excel</a:t>
                      </a:r>
                      <a:endParaRPr sz="600" u="none" cap="none" strike="noStrike">
                        <a:solidFill>
                          <a:srgbClr val="661F08"/>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 Office Presentation</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5</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Google Drive</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Akun disiapkan oleh 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6</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Pulpen</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7</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Pensil</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8</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Penghapus</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9</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Highlighter</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200525">
                <a:tc>
                  <a:txBody>
                    <a:bodyPr/>
                    <a:lstStyle/>
                    <a:p>
                      <a:pPr indent="0" lvl="0" marL="0" marR="0" rtl="0" algn="ctr">
                        <a:lnSpc>
                          <a:spcPct val="150000"/>
                        </a:lnSpc>
                        <a:spcBef>
                          <a:spcPts val="0"/>
                        </a:spcBef>
                        <a:spcAft>
                          <a:spcPts val="0"/>
                        </a:spcAft>
                        <a:buClr>
                          <a:srgbClr val="000000"/>
                        </a:buClr>
                        <a:buSzPts val="600"/>
                        <a:buFont typeface="Arial"/>
                        <a:buNone/>
                      </a:pPr>
                      <a:r>
                        <a:rPr b="1" lang="en" sz="600" u="none" cap="none" strike="noStrike">
                          <a:solidFill>
                            <a:srgbClr val="661F08"/>
                          </a:solidFill>
                          <a:latin typeface="Inter"/>
                          <a:ea typeface="Inter"/>
                          <a:cs typeface="Inter"/>
                          <a:sym typeface="Inter"/>
                        </a:rPr>
                        <a:t>10</a:t>
                      </a:r>
                      <a:endParaRPr b="1"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Tempat Pensil</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661F08"/>
                          </a:solidFill>
                          <a:latin typeface="Inter"/>
                          <a:ea typeface="Inter"/>
                          <a:cs typeface="Inter"/>
                          <a:sym typeface="Inter"/>
                        </a:rPr>
                        <a:t>1 Unit/Peserta</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875" name="Shape 875"/>
        <p:cNvGrpSpPr/>
        <p:nvPr/>
      </p:nvGrpSpPr>
      <p:grpSpPr>
        <a:xfrm>
          <a:off x="0" y="0"/>
          <a:ext cx="0" cy="0"/>
          <a:chOff x="0" y="0"/>
          <a:chExt cx="0" cy="0"/>
        </a:xfrm>
      </p:grpSpPr>
      <p:sp>
        <p:nvSpPr>
          <p:cNvPr id="876" name="Google Shape;876;p19"/>
          <p:cNvSpPr txBox="1"/>
          <p:nvPr/>
        </p:nvSpPr>
        <p:spPr>
          <a:xfrm>
            <a:off x="433260" y="1145633"/>
            <a:ext cx="2120100" cy="8457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Alat yang dibutuhkan oleh juri untuk keperluan administarsi dan menilai hasil kerja peserta.</a:t>
            </a:r>
            <a:endParaRPr b="0" i="0" sz="1100" u="none" cap="none" strike="noStrike">
              <a:solidFill>
                <a:srgbClr val="661F08"/>
              </a:solidFill>
              <a:latin typeface="Inter"/>
              <a:ea typeface="Inter"/>
              <a:cs typeface="Inter"/>
              <a:sym typeface="Inter"/>
            </a:endParaRPr>
          </a:p>
        </p:txBody>
      </p:sp>
      <p:graphicFrame>
        <p:nvGraphicFramePr>
          <p:cNvPr id="877" name="Google Shape;877;p19"/>
          <p:cNvGraphicFramePr/>
          <p:nvPr/>
        </p:nvGraphicFramePr>
        <p:xfrm>
          <a:off x="2798064" y="1133809"/>
          <a:ext cx="3000000" cy="3000000"/>
        </p:xfrm>
        <a:graphic>
          <a:graphicData uri="http://schemas.openxmlformats.org/drawingml/2006/table">
            <a:tbl>
              <a:tblPr bandRow="1">
                <a:noFill/>
                <a:tableStyleId>{5F33B694-2DE7-4DB5-9077-2928E63CEDD3}</a:tableStyleId>
              </a:tblPr>
              <a:tblGrid>
                <a:gridCol w="387525"/>
                <a:gridCol w="1328125"/>
                <a:gridCol w="1063675"/>
                <a:gridCol w="3176150"/>
              </a:tblGrid>
              <a:tr h="293700">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a:ea typeface="Inter"/>
                          <a:cs typeface="Inter"/>
                          <a:sym typeface="Inter"/>
                        </a:rPr>
                        <a:t>NO</a:t>
                      </a:r>
                      <a:endParaRPr b="1" sz="1200" u="none" cap="none" strike="noStrike">
                        <a:solidFill>
                          <a:schemeClr val="lt1"/>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ALAT</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QTY</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DESKRIPSI</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1</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Komputer untuk Admin</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2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Apple iMac M3 Chip 2023 24" Inch SILVER, 8 Core 8/256GB</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2</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Layar Komputer</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1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Monitor Dell UltraSharp U2723QE 27" DP HDMI USB-C 4K UHD 60Hz</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3</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Video Conference Tool</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1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Camera PTZ, Tripod, Kabel</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4</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TV untuk Menilai</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1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Smart TV 65 inch</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5</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Kabel HDMI</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1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5 Meter</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6</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Printer A4</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800" u="none" cap="none" strike="noStrike">
                          <a:solidFill>
                            <a:srgbClr val="661F08"/>
                          </a:solidFill>
                          <a:latin typeface="Inter"/>
                          <a:ea typeface="Inter"/>
                          <a:cs typeface="Inter"/>
                          <a:sym typeface="Inter"/>
                        </a:rPr>
                        <a:t>2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PIXMA G2770</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7</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Kertas A4</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5 Rim</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Kertas PAPER ONE A4 80 gsm</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8</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Stop Kontak Roll</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5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4 Lubang 5 Meter</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9</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Flash Drive</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3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Sandisk Blade 64 GB</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10</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Stapler</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3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JOYKO HD10</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bl>
          </a:graphicData>
        </a:graphic>
      </p:graphicFrame>
      <p:sp>
        <p:nvSpPr>
          <p:cNvPr id="878" name="Google Shape;878;p19"/>
          <p:cNvSpPr txBox="1"/>
          <p:nvPr/>
        </p:nvSpPr>
        <p:spPr>
          <a:xfrm>
            <a:off x="309475" y="216425"/>
            <a:ext cx="81201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Daftar Kebutuhan Alat Juri</a:t>
            </a:r>
            <a:endParaRPr b="1" i="0" sz="2600" u="none" cap="none" strike="noStrike">
              <a:solidFill>
                <a:srgbClr val="661F08"/>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882" name="Shape 882"/>
        <p:cNvGrpSpPr/>
        <p:nvPr/>
      </p:nvGrpSpPr>
      <p:grpSpPr>
        <a:xfrm>
          <a:off x="0" y="0"/>
          <a:ext cx="0" cy="0"/>
          <a:chOff x="0" y="0"/>
          <a:chExt cx="0" cy="0"/>
        </a:xfrm>
      </p:grpSpPr>
      <p:sp>
        <p:nvSpPr>
          <p:cNvPr id="883" name="Google Shape;883;p20"/>
          <p:cNvSpPr txBox="1"/>
          <p:nvPr/>
        </p:nvSpPr>
        <p:spPr>
          <a:xfrm>
            <a:off x="433260" y="1145633"/>
            <a:ext cx="2120100" cy="4563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1F08"/>
                </a:solidFill>
                <a:latin typeface="Inter"/>
                <a:ea typeface="Inter"/>
                <a:cs typeface="Inter"/>
                <a:sym typeface="Inter"/>
              </a:rPr>
              <a:t>Alat yang dibutuhkan untuk </a:t>
            </a:r>
            <a:r>
              <a:rPr b="0" i="1" lang="en" sz="1100" u="none" cap="none" strike="noStrike">
                <a:solidFill>
                  <a:srgbClr val="661F08"/>
                </a:solidFill>
                <a:latin typeface="Inter"/>
                <a:ea typeface="Inter"/>
                <a:cs typeface="Inter"/>
                <a:sym typeface="Inter"/>
              </a:rPr>
              <a:t>layout </a:t>
            </a:r>
            <a:r>
              <a:rPr b="0" i="0" lang="en" sz="1100" u="none" cap="none" strike="noStrike">
                <a:solidFill>
                  <a:srgbClr val="661F08"/>
                </a:solidFill>
                <a:latin typeface="Inter"/>
                <a:ea typeface="Inter"/>
                <a:cs typeface="Inter"/>
                <a:sym typeface="Inter"/>
              </a:rPr>
              <a:t>kompetisi.</a:t>
            </a:r>
            <a:endParaRPr b="0" i="0" sz="1100" u="none" cap="none" strike="noStrike">
              <a:solidFill>
                <a:srgbClr val="661F08"/>
              </a:solidFill>
              <a:latin typeface="Inter"/>
              <a:ea typeface="Inter"/>
              <a:cs typeface="Inter"/>
              <a:sym typeface="Inter"/>
            </a:endParaRPr>
          </a:p>
        </p:txBody>
      </p:sp>
      <p:graphicFrame>
        <p:nvGraphicFramePr>
          <p:cNvPr id="884" name="Google Shape;884;p20"/>
          <p:cNvGraphicFramePr/>
          <p:nvPr/>
        </p:nvGraphicFramePr>
        <p:xfrm>
          <a:off x="2798064" y="1133809"/>
          <a:ext cx="3000000" cy="3000000"/>
        </p:xfrm>
        <a:graphic>
          <a:graphicData uri="http://schemas.openxmlformats.org/drawingml/2006/table">
            <a:tbl>
              <a:tblPr bandRow="1">
                <a:noFill/>
                <a:tableStyleId>{5F33B694-2DE7-4DB5-9077-2928E63CEDD3}</a:tableStyleId>
              </a:tblPr>
              <a:tblGrid>
                <a:gridCol w="387525"/>
                <a:gridCol w="1328125"/>
                <a:gridCol w="1063675"/>
                <a:gridCol w="3176150"/>
              </a:tblGrid>
              <a:tr h="293700">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a:ea typeface="Inter"/>
                          <a:cs typeface="Inter"/>
                          <a:sym typeface="Inter"/>
                        </a:rPr>
                        <a:t>NO</a:t>
                      </a:r>
                      <a:endParaRPr b="1" sz="1200" u="none" cap="none" strike="noStrike">
                        <a:solidFill>
                          <a:schemeClr val="lt1"/>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ALAT/BAHAN</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QTY</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c>
                  <a:txBody>
                    <a:bodyPr/>
                    <a:lstStyle/>
                    <a:p>
                      <a:pPr indent="0" lvl="0" marL="0" marR="0" rtl="0" algn="ctr">
                        <a:lnSpc>
                          <a:spcPct val="150000"/>
                        </a:lnSpc>
                        <a:spcBef>
                          <a:spcPts val="0"/>
                        </a:spcBef>
                        <a:spcAft>
                          <a:spcPts val="0"/>
                        </a:spcAft>
                        <a:buClr>
                          <a:srgbClr val="000000"/>
                        </a:buClr>
                        <a:buSzPts val="1200"/>
                        <a:buFont typeface="Arial"/>
                        <a:buNone/>
                      </a:pPr>
                      <a:r>
                        <a:rPr b="1" lang="en" sz="1200" u="none" cap="none" strike="noStrike">
                          <a:solidFill>
                            <a:schemeClr val="lt1"/>
                          </a:solidFill>
                          <a:latin typeface="Inter SemiBold"/>
                          <a:ea typeface="Inter SemiBold"/>
                          <a:cs typeface="Inter SemiBold"/>
                          <a:sym typeface="Inter SemiBold"/>
                        </a:rPr>
                        <a:t>DESKRIPSI</a:t>
                      </a:r>
                      <a:endParaRPr b="1" sz="1200" u="none" cap="none" strike="noStrike">
                        <a:solidFill>
                          <a:schemeClr val="lt1"/>
                        </a:solidFill>
                        <a:latin typeface="Inter SemiBold"/>
                        <a:ea typeface="Inter SemiBold"/>
                        <a:cs typeface="Inter SemiBold"/>
                        <a:sym typeface="Inter SemiBold"/>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661F08"/>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1</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Meja Peserta</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2 Unit/Peserta</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Meja Panjang ukuran (75 x 120 x 73 cm)</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31025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2</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Kursi Peserta</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1 Unit/Peserta</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Kursi komputer pegas dengan tangan</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3</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Proyektor</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800" u="none" cap="none" strike="noStrike">
                          <a:solidFill>
                            <a:srgbClr val="661F08"/>
                          </a:solidFill>
                          <a:latin typeface="Inter"/>
                          <a:ea typeface="Inter"/>
                          <a:cs typeface="Inter"/>
                          <a:sym typeface="Inter"/>
                        </a:rPr>
                        <a:t>2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XGA 3600 LUMEN</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r h="100000">
                <a:tc>
                  <a:txBody>
                    <a:bodyPr/>
                    <a:lstStyle/>
                    <a:p>
                      <a:pPr indent="0" lvl="0" marL="0" marR="0" rtl="0" algn="ctr">
                        <a:lnSpc>
                          <a:spcPct val="150000"/>
                        </a:lnSpc>
                        <a:spcBef>
                          <a:spcPts val="0"/>
                        </a:spcBef>
                        <a:spcAft>
                          <a:spcPts val="0"/>
                        </a:spcAft>
                        <a:buClr>
                          <a:srgbClr val="000000"/>
                        </a:buClr>
                        <a:buSzPts val="800"/>
                        <a:buFont typeface="Arial"/>
                        <a:buNone/>
                      </a:pPr>
                      <a:r>
                        <a:rPr b="1" lang="en" sz="800" u="none" cap="none" strike="noStrike">
                          <a:solidFill>
                            <a:srgbClr val="661F08"/>
                          </a:solidFill>
                          <a:latin typeface="Inter"/>
                          <a:ea typeface="Inter"/>
                          <a:cs typeface="Inter"/>
                          <a:sym typeface="Inter"/>
                        </a:rPr>
                        <a:t>4</a:t>
                      </a:r>
                      <a:endParaRPr b="1"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Tripod Screen Video Conference Tool</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2 Unit</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661F08"/>
                          </a:solidFill>
                          <a:latin typeface="Inter"/>
                          <a:ea typeface="Inter"/>
                          <a:cs typeface="Inter"/>
                          <a:sym typeface="Inter"/>
                        </a:rPr>
                        <a:t>70 inch</a:t>
                      </a:r>
                      <a:endParaRPr sz="800" u="none" cap="none" strike="noStrike">
                        <a:solidFill>
                          <a:srgbClr val="661F08"/>
                        </a:solidFill>
                        <a:latin typeface="Inter"/>
                        <a:ea typeface="Inter"/>
                        <a:cs typeface="Inter"/>
                        <a:sym typeface="Inter"/>
                      </a:endParaRPr>
                    </a:p>
                  </a:txBody>
                  <a:tcPr marT="45700" marB="45700" marR="45700" marL="45700" anchor="ctr">
                    <a:lnL cap="flat" cmpd="sng" w="9525">
                      <a:solidFill>
                        <a:srgbClr val="661F08"/>
                      </a:solidFill>
                      <a:prstDash val="solid"/>
                      <a:round/>
                      <a:headEnd len="sm" w="sm" type="none"/>
                      <a:tailEnd len="sm" w="sm" type="none"/>
                    </a:lnL>
                    <a:lnR cap="flat" cmpd="sng" w="9525">
                      <a:solidFill>
                        <a:srgbClr val="661F08"/>
                      </a:solidFill>
                      <a:prstDash val="solid"/>
                      <a:round/>
                      <a:headEnd len="sm" w="sm" type="none"/>
                      <a:tailEnd len="sm" w="sm" type="none"/>
                    </a:lnR>
                    <a:lnT cap="flat" cmpd="sng" w="9525">
                      <a:solidFill>
                        <a:srgbClr val="661F08"/>
                      </a:solidFill>
                      <a:prstDash val="solid"/>
                      <a:round/>
                      <a:headEnd len="sm" w="sm" type="none"/>
                      <a:tailEnd len="sm" w="sm" type="none"/>
                    </a:lnT>
                    <a:lnB cap="flat" cmpd="sng" w="9525">
                      <a:solidFill>
                        <a:srgbClr val="661F08"/>
                      </a:solidFill>
                      <a:prstDash val="solid"/>
                      <a:round/>
                      <a:headEnd len="sm" w="sm" type="none"/>
                      <a:tailEnd len="sm" w="sm" type="none"/>
                    </a:lnB>
                    <a:solidFill>
                      <a:srgbClr val="FFFCF7"/>
                    </a:solidFill>
                  </a:tcPr>
                </a:tc>
              </a:tr>
            </a:tbl>
          </a:graphicData>
        </a:graphic>
      </p:graphicFrame>
      <p:sp>
        <p:nvSpPr>
          <p:cNvPr id="885" name="Google Shape;885;p20"/>
          <p:cNvSpPr txBox="1"/>
          <p:nvPr/>
        </p:nvSpPr>
        <p:spPr>
          <a:xfrm>
            <a:off x="309475" y="216425"/>
            <a:ext cx="8120100" cy="518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2600"/>
              <a:buFont typeface="Arial"/>
              <a:buNone/>
            </a:pPr>
            <a:r>
              <a:rPr b="1" i="0" lang="en" sz="2600" u="none" cap="none" strike="noStrike">
                <a:solidFill>
                  <a:srgbClr val="661F08"/>
                </a:solidFill>
                <a:latin typeface="Inter"/>
                <a:ea typeface="Inter"/>
                <a:cs typeface="Inter"/>
                <a:sym typeface="Inter"/>
              </a:rPr>
              <a:t>Daftar Kebutuhan </a:t>
            </a:r>
            <a:r>
              <a:rPr b="1" i="1" lang="en" sz="2600" u="none" cap="none" strike="noStrike">
                <a:solidFill>
                  <a:srgbClr val="661F08"/>
                </a:solidFill>
                <a:latin typeface="Inter"/>
                <a:ea typeface="Inter"/>
                <a:cs typeface="Inter"/>
                <a:sym typeface="Inter"/>
              </a:rPr>
              <a:t>Layout</a:t>
            </a:r>
            <a:endParaRPr b="1" i="1" sz="2600" u="none" cap="none" strike="noStrike">
              <a:solidFill>
                <a:srgbClr val="661F08"/>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C8F5"/>
        </a:solidFill>
      </p:bgPr>
    </p:bg>
    <p:spTree>
      <p:nvGrpSpPr>
        <p:cNvPr id="889" name="Shape 889"/>
        <p:cNvGrpSpPr/>
        <p:nvPr/>
      </p:nvGrpSpPr>
      <p:grpSpPr>
        <a:xfrm>
          <a:off x="0" y="0"/>
          <a:ext cx="0" cy="0"/>
          <a:chOff x="0" y="0"/>
          <a:chExt cx="0" cy="0"/>
        </a:xfrm>
      </p:grpSpPr>
      <p:sp>
        <p:nvSpPr>
          <p:cNvPr id="890" name="Google Shape;890;p21"/>
          <p:cNvSpPr txBox="1"/>
          <p:nvPr/>
        </p:nvSpPr>
        <p:spPr>
          <a:xfrm>
            <a:off x="328650" y="95300"/>
            <a:ext cx="84867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800"/>
              <a:buFont typeface="Arial"/>
              <a:buNone/>
            </a:pPr>
            <a:r>
              <a:rPr b="1" i="0" lang="en" sz="8800" u="none" cap="none" strike="noStrike">
                <a:solidFill>
                  <a:srgbClr val="661F08"/>
                </a:solidFill>
                <a:latin typeface="Inter ExtraBold"/>
                <a:ea typeface="Inter ExtraBold"/>
                <a:cs typeface="Inter ExtraBold"/>
                <a:sym typeface="Inter ExtraBold"/>
              </a:rPr>
              <a:t>TERIMA KASIH</a:t>
            </a:r>
            <a:endParaRPr b="1" i="0" sz="7800" u="none" cap="none" strike="noStrike">
              <a:solidFill>
                <a:srgbClr val="661F08"/>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LKSN 2023">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